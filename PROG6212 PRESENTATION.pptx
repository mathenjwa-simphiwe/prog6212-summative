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8" r:id="rId1"/>
  </p:sldMasterIdLst>
  <p:sldIdLst>
    <p:sldId id="256" r:id="rId2"/>
    <p:sldId id="257" r:id="rId3"/>
    <p:sldId id="267" r:id="rId4"/>
    <p:sldId id="262" r:id="rId5"/>
    <p:sldId id="263" r:id="rId6"/>
    <p:sldId id="264" r:id="rId7"/>
    <p:sldId id="265" r:id="rId8"/>
    <p:sldId id="258" r:id="rId9"/>
    <p:sldId id="266" r:id="rId10"/>
    <p:sldId id="268" r:id="rId11"/>
    <p:sldId id="269" r:id="rId12"/>
    <p:sldId id="270" r:id="rId13"/>
    <p:sldId id="271" r:id="rId14"/>
    <p:sldId id="272" r:id="rId15"/>
    <p:sldId id="259" r:id="rId16"/>
    <p:sldId id="260" r:id="rId17"/>
    <p:sldId id="273" r:id="rId18"/>
    <p:sldId id="274" r:id="rId19"/>
    <p:sldId id="261" r:id="rId20"/>
    <p:sldId id="275" r:id="rId21"/>
    <p:sldId id="276" r:id="rId22"/>
    <p:sldId id="277" r:id="rId23"/>
    <p:sldId id="278" r:id="rId2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5" d="100"/>
          <a:sy n="105" d="100"/>
        </p:scale>
        <p:origin x="1794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diagrams/_rels/data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svg"/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image" Target="../media/image6.svg"/><Relationship Id="rId1" Type="http://schemas.openxmlformats.org/officeDocument/2006/relationships/image" Target="../media/image5.png"/><Relationship Id="rId6" Type="http://schemas.openxmlformats.org/officeDocument/2006/relationships/image" Target="../media/image10.svg"/><Relationship Id="rId5" Type="http://schemas.openxmlformats.org/officeDocument/2006/relationships/image" Target="../media/image9.png"/><Relationship Id="rId4" Type="http://schemas.openxmlformats.org/officeDocument/2006/relationships/image" Target="../media/image8.svg"/></Relationships>
</file>

<file path=ppt/diagrams/_rels/data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.svg"/><Relationship Id="rId3" Type="http://schemas.openxmlformats.org/officeDocument/2006/relationships/image" Target="../media/image26.png"/><Relationship Id="rId7" Type="http://schemas.openxmlformats.org/officeDocument/2006/relationships/image" Target="../media/image30.png"/><Relationship Id="rId2" Type="http://schemas.openxmlformats.org/officeDocument/2006/relationships/image" Target="../media/image25.svg"/><Relationship Id="rId1" Type="http://schemas.openxmlformats.org/officeDocument/2006/relationships/image" Target="../media/image24.png"/><Relationship Id="rId6" Type="http://schemas.openxmlformats.org/officeDocument/2006/relationships/image" Target="../media/image29.svg"/><Relationship Id="rId5" Type="http://schemas.openxmlformats.org/officeDocument/2006/relationships/image" Target="../media/image28.png"/><Relationship Id="rId4" Type="http://schemas.openxmlformats.org/officeDocument/2006/relationships/image" Target="../media/image27.svg"/></Relationships>
</file>

<file path=ppt/diagrams/_rels/data5.xml.rels><?xml version="1.0" encoding="UTF-8" standalone="yes"?>
<Relationships xmlns="http://schemas.openxmlformats.org/package/2006/relationships"><Relationship Id="rId8" Type="http://schemas.openxmlformats.org/officeDocument/2006/relationships/image" Target="../media/image41.svg"/><Relationship Id="rId3" Type="http://schemas.openxmlformats.org/officeDocument/2006/relationships/image" Target="../media/image36.png"/><Relationship Id="rId7" Type="http://schemas.openxmlformats.org/officeDocument/2006/relationships/image" Target="../media/image40.png"/><Relationship Id="rId2" Type="http://schemas.openxmlformats.org/officeDocument/2006/relationships/image" Target="../media/image35.svg"/><Relationship Id="rId1" Type="http://schemas.openxmlformats.org/officeDocument/2006/relationships/image" Target="../media/image34.png"/><Relationship Id="rId6" Type="http://schemas.openxmlformats.org/officeDocument/2006/relationships/image" Target="../media/image39.svg"/><Relationship Id="rId5" Type="http://schemas.openxmlformats.org/officeDocument/2006/relationships/image" Target="../media/image38.png"/><Relationship Id="rId10" Type="http://schemas.openxmlformats.org/officeDocument/2006/relationships/image" Target="../media/image43.svg"/><Relationship Id="rId4" Type="http://schemas.openxmlformats.org/officeDocument/2006/relationships/image" Target="../media/image37.svg"/><Relationship Id="rId9" Type="http://schemas.openxmlformats.org/officeDocument/2006/relationships/image" Target="../media/image42.png"/></Relationships>
</file>

<file path=ppt/diagrams/_rels/drawing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svg"/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image" Target="../media/image6.svg"/><Relationship Id="rId1" Type="http://schemas.openxmlformats.org/officeDocument/2006/relationships/image" Target="../media/image5.png"/><Relationship Id="rId6" Type="http://schemas.openxmlformats.org/officeDocument/2006/relationships/image" Target="../media/image10.svg"/><Relationship Id="rId5" Type="http://schemas.openxmlformats.org/officeDocument/2006/relationships/image" Target="../media/image9.png"/><Relationship Id="rId4" Type="http://schemas.openxmlformats.org/officeDocument/2006/relationships/image" Target="../media/image8.svg"/></Relationships>
</file>

<file path=ppt/diagrams/_rels/drawing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.svg"/><Relationship Id="rId3" Type="http://schemas.openxmlformats.org/officeDocument/2006/relationships/image" Target="../media/image26.png"/><Relationship Id="rId7" Type="http://schemas.openxmlformats.org/officeDocument/2006/relationships/image" Target="../media/image30.png"/><Relationship Id="rId2" Type="http://schemas.openxmlformats.org/officeDocument/2006/relationships/image" Target="../media/image25.svg"/><Relationship Id="rId1" Type="http://schemas.openxmlformats.org/officeDocument/2006/relationships/image" Target="../media/image24.png"/><Relationship Id="rId6" Type="http://schemas.openxmlformats.org/officeDocument/2006/relationships/image" Target="../media/image29.svg"/><Relationship Id="rId5" Type="http://schemas.openxmlformats.org/officeDocument/2006/relationships/image" Target="../media/image28.png"/><Relationship Id="rId4" Type="http://schemas.openxmlformats.org/officeDocument/2006/relationships/image" Target="../media/image27.svg"/></Relationships>
</file>

<file path=ppt/diagrams/_rels/drawing5.xml.rels><?xml version="1.0" encoding="UTF-8" standalone="yes"?>
<Relationships xmlns="http://schemas.openxmlformats.org/package/2006/relationships"><Relationship Id="rId8" Type="http://schemas.openxmlformats.org/officeDocument/2006/relationships/image" Target="../media/image41.svg"/><Relationship Id="rId3" Type="http://schemas.openxmlformats.org/officeDocument/2006/relationships/image" Target="../media/image36.png"/><Relationship Id="rId7" Type="http://schemas.openxmlformats.org/officeDocument/2006/relationships/image" Target="../media/image40.png"/><Relationship Id="rId2" Type="http://schemas.openxmlformats.org/officeDocument/2006/relationships/image" Target="../media/image35.svg"/><Relationship Id="rId1" Type="http://schemas.openxmlformats.org/officeDocument/2006/relationships/image" Target="../media/image34.png"/><Relationship Id="rId6" Type="http://schemas.openxmlformats.org/officeDocument/2006/relationships/image" Target="../media/image39.svg"/><Relationship Id="rId5" Type="http://schemas.openxmlformats.org/officeDocument/2006/relationships/image" Target="../media/image38.png"/><Relationship Id="rId10" Type="http://schemas.openxmlformats.org/officeDocument/2006/relationships/image" Target="../media/image43.svg"/><Relationship Id="rId4" Type="http://schemas.openxmlformats.org/officeDocument/2006/relationships/image" Target="../media/image37.svg"/><Relationship Id="rId9" Type="http://schemas.openxmlformats.org/officeDocument/2006/relationships/image" Target="../media/image42.pn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icon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18/5/colors/Iconchunking_neutralicon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CBC11658-0912-4A55-8A7F-5AC431307A62}" type="doc">
      <dgm:prSet loTypeId="urn:microsoft.com/office/officeart/2018/5/layout/IconCircleLabelList" loCatId="icon" qsTypeId="urn:microsoft.com/office/officeart/2005/8/quickstyle/simple1" qsCatId="simple" csTypeId="urn:microsoft.com/office/officeart/2018/5/colors/Iconchunking_neutralicon_colorful1" csCatId="colorful" phldr="1"/>
      <dgm:spPr/>
      <dgm:t>
        <a:bodyPr/>
        <a:lstStyle/>
        <a:p>
          <a:endParaRPr lang="en-US"/>
        </a:p>
      </dgm:t>
    </dgm:pt>
    <dgm:pt modelId="{C07EEC8B-4CAF-449B-8457-06A190A70941}">
      <dgm:prSet/>
      <dgm:spPr/>
      <dgm:t>
        <a:bodyPr/>
        <a:lstStyle/>
        <a:p>
          <a:pPr>
            <a:defRPr cap="all"/>
          </a:pPr>
          <a:r>
            <a:rPr lang="en-US"/>
            <a:t>• Lecturers log in and complete a claim form.</a:t>
          </a:r>
        </a:p>
      </dgm:t>
    </dgm:pt>
    <dgm:pt modelId="{ED3771C1-9CEE-4ED8-9527-D64823F4D414}" type="parTrans" cxnId="{AB5DBC91-DB2D-455F-8490-F711E7BC30CA}">
      <dgm:prSet/>
      <dgm:spPr/>
      <dgm:t>
        <a:bodyPr/>
        <a:lstStyle/>
        <a:p>
          <a:endParaRPr lang="en-US"/>
        </a:p>
      </dgm:t>
    </dgm:pt>
    <dgm:pt modelId="{2B51A64B-C421-4719-9F3C-A14B23951C6C}" type="sibTrans" cxnId="{AB5DBC91-DB2D-455F-8490-F711E7BC30CA}">
      <dgm:prSet/>
      <dgm:spPr/>
      <dgm:t>
        <a:bodyPr/>
        <a:lstStyle/>
        <a:p>
          <a:endParaRPr lang="en-US"/>
        </a:p>
      </dgm:t>
    </dgm:pt>
    <dgm:pt modelId="{8E57F8DF-8314-4920-A3A4-D2521D3235D0}">
      <dgm:prSet/>
      <dgm:spPr/>
      <dgm:t>
        <a:bodyPr/>
        <a:lstStyle/>
        <a:p>
          <a:pPr>
            <a:defRPr cap="all"/>
          </a:pPr>
          <a:r>
            <a:rPr lang="en-US"/>
            <a:t>• Upload supporting documents (PDF, images).</a:t>
          </a:r>
        </a:p>
      </dgm:t>
    </dgm:pt>
    <dgm:pt modelId="{9F60BD09-84E6-43F2-A781-04EF9C20ACEF}" type="parTrans" cxnId="{6EC94127-8EC4-452D-9A60-3261C9F019A6}">
      <dgm:prSet/>
      <dgm:spPr/>
      <dgm:t>
        <a:bodyPr/>
        <a:lstStyle/>
        <a:p>
          <a:endParaRPr lang="en-US"/>
        </a:p>
      </dgm:t>
    </dgm:pt>
    <dgm:pt modelId="{BE438E2A-5AA1-4FAB-9C8A-A644E7DB3712}" type="sibTrans" cxnId="{6EC94127-8EC4-452D-9A60-3261C9F019A6}">
      <dgm:prSet/>
      <dgm:spPr/>
      <dgm:t>
        <a:bodyPr/>
        <a:lstStyle/>
        <a:p>
          <a:endParaRPr lang="en-US"/>
        </a:p>
      </dgm:t>
    </dgm:pt>
    <dgm:pt modelId="{EBAC5AF5-0C99-4828-8C55-35D93A81ECF3}">
      <dgm:prSet/>
      <dgm:spPr/>
      <dgm:t>
        <a:bodyPr/>
        <a:lstStyle/>
        <a:p>
          <a:pPr>
            <a:defRPr cap="all"/>
          </a:pPr>
          <a:r>
            <a:rPr lang="en-US"/>
            <a:t>• System validates required fields before submission.</a:t>
          </a:r>
        </a:p>
      </dgm:t>
    </dgm:pt>
    <dgm:pt modelId="{0489D132-B0D3-438E-AE9B-F6084AB03C16}" type="parTrans" cxnId="{E7C3E015-7CBB-4120-950F-04EE1204E82D}">
      <dgm:prSet/>
      <dgm:spPr/>
      <dgm:t>
        <a:bodyPr/>
        <a:lstStyle/>
        <a:p>
          <a:endParaRPr lang="en-US"/>
        </a:p>
      </dgm:t>
    </dgm:pt>
    <dgm:pt modelId="{18DCD6B5-6BEB-4919-B321-90AC86D21F4B}" type="sibTrans" cxnId="{E7C3E015-7CBB-4120-950F-04EE1204E82D}">
      <dgm:prSet/>
      <dgm:spPr/>
      <dgm:t>
        <a:bodyPr/>
        <a:lstStyle/>
        <a:p>
          <a:endParaRPr lang="en-US"/>
        </a:p>
      </dgm:t>
    </dgm:pt>
    <dgm:pt modelId="{61B93DEC-765F-4B07-9500-36CBC60017B3}">
      <dgm:prSet/>
      <dgm:spPr/>
      <dgm:t>
        <a:bodyPr/>
        <a:lstStyle/>
        <a:p>
          <a:pPr>
            <a:defRPr cap="all"/>
          </a:pPr>
          <a:r>
            <a:rPr lang="en-US"/>
            <a:t>• Claim stored in the database with 'Pending' status.</a:t>
          </a:r>
        </a:p>
      </dgm:t>
    </dgm:pt>
    <dgm:pt modelId="{78BB2F62-D1E5-424D-96FE-EEF5EF201A1A}" type="parTrans" cxnId="{29D90FF5-9F52-4CBF-8CB0-DBFE9A11AF98}">
      <dgm:prSet/>
      <dgm:spPr/>
      <dgm:t>
        <a:bodyPr/>
        <a:lstStyle/>
        <a:p>
          <a:endParaRPr lang="en-US"/>
        </a:p>
      </dgm:t>
    </dgm:pt>
    <dgm:pt modelId="{4AA2E450-FFFC-481B-8A1C-AFA04C1CB203}" type="sibTrans" cxnId="{29D90FF5-9F52-4CBF-8CB0-DBFE9A11AF98}">
      <dgm:prSet/>
      <dgm:spPr/>
      <dgm:t>
        <a:bodyPr/>
        <a:lstStyle/>
        <a:p>
          <a:endParaRPr lang="en-US"/>
        </a:p>
      </dgm:t>
    </dgm:pt>
    <dgm:pt modelId="{2107E8D7-76EE-4E25-9EF2-71C7A154DC14}" type="pres">
      <dgm:prSet presAssocID="{CBC11658-0912-4A55-8A7F-5AC431307A62}" presName="root" presStyleCnt="0">
        <dgm:presLayoutVars>
          <dgm:dir/>
          <dgm:resizeHandles val="exact"/>
        </dgm:presLayoutVars>
      </dgm:prSet>
      <dgm:spPr/>
    </dgm:pt>
    <dgm:pt modelId="{C404461E-2C55-4E4B-B97A-565F2B3B5AB8}" type="pres">
      <dgm:prSet presAssocID="{C07EEC8B-4CAF-449B-8457-06A190A70941}" presName="compNode" presStyleCnt="0"/>
      <dgm:spPr/>
    </dgm:pt>
    <dgm:pt modelId="{7917B0DD-D0DD-4800-A7C7-80A498535E18}" type="pres">
      <dgm:prSet presAssocID="{C07EEC8B-4CAF-449B-8457-06A190A70941}" presName="iconBgRect" presStyleLbl="bgShp" presStyleIdx="0" presStyleCnt="4"/>
      <dgm:spPr/>
    </dgm:pt>
    <dgm:pt modelId="{10BD7701-EBB0-4FFC-BB36-B2D4A1731686}" type="pres">
      <dgm:prSet presAssocID="{C07EEC8B-4CAF-449B-8457-06A190A70941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lassroom"/>
        </a:ext>
      </dgm:extLst>
    </dgm:pt>
    <dgm:pt modelId="{98FE011D-99C8-4857-85C6-2685CE6B199F}" type="pres">
      <dgm:prSet presAssocID="{C07EEC8B-4CAF-449B-8457-06A190A70941}" presName="spaceRect" presStyleCnt="0"/>
      <dgm:spPr/>
    </dgm:pt>
    <dgm:pt modelId="{AAB967DC-F682-42C9-BD4F-791A0C0D8767}" type="pres">
      <dgm:prSet presAssocID="{C07EEC8B-4CAF-449B-8457-06A190A70941}" presName="textRect" presStyleLbl="revTx" presStyleIdx="0" presStyleCnt="4">
        <dgm:presLayoutVars>
          <dgm:chMax val="1"/>
          <dgm:chPref val="1"/>
        </dgm:presLayoutVars>
      </dgm:prSet>
      <dgm:spPr/>
    </dgm:pt>
    <dgm:pt modelId="{FC198CAC-D61C-47F5-9C95-CCD39743BC8F}" type="pres">
      <dgm:prSet presAssocID="{2B51A64B-C421-4719-9F3C-A14B23951C6C}" presName="sibTrans" presStyleCnt="0"/>
      <dgm:spPr/>
    </dgm:pt>
    <dgm:pt modelId="{7E88D557-5096-41FD-B0B6-230B2171DCF7}" type="pres">
      <dgm:prSet presAssocID="{8E57F8DF-8314-4920-A3A4-D2521D3235D0}" presName="compNode" presStyleCnt="0"/>
      <dgm:spPr/>
    </dgm:pt>
    <dgm:pt modelId="{24AD1B9B-F387-4107-BD64-8F1185A854A1}" type="pres">
      <dgm:prSet presAssocID="{8E57F8DF-8314-4920-A3A4-D2521D3235D0}" presName="iconBgRect" presStyleLbl="bgShp" presStyleIdx="1" presStyleCnt="4"/>
      <dgm:spPr/>
    </dgm:pt>
    <dgm:pt modelId="{A10E4C87-2C69-49EC-8D42-AF3E73F6779E}" type="pres">
      <dgm:prSet presAssocID="{8E57F8DF-8314-4920-A3A4-D2521D3235D0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odcast"/>
        </a:ext>
      </dgm:extLst>
    </dgm:pt>
    <dgm:pt modelId="{65280826-1092-4221-B030-2031DECBAB51}" type="pres">
      <dgm:prSet presAssocID="{8E57F8DF-8314-4920-A3A4-D2521D3235D0}" presName="spaceRect" presStyleCnt="0"/>
      <dgm:spPr/>
    </dgm:pt>
    <dgm:pt modelId="{9008BC8B-501E-4A41-ADFA-B0C22E63F7CD}" type="pres">
      <dgm:prSet presAssocID="{8E57F8DF-8314-4920-A3A4-D2521D3235D0}" presName="textRect" presStyleLbl="revTx" presStyleIdx="1" presStyleCnt="4">
        <dgm:presLayoutVars>
          <dgm:chMax val="1"/>
          <dgm:chPref val="1"/>
        </dgm:presLayoutVars>
      </dgm:prSet>
      <dgm:spPr/>
    </dgm:pt>
    <dgm:pt modelId="{FB0339C5-22B9-4891-8CD8-E6713DA2D708}" type="pres">
      <dgm:prSet presAssocID="{BE438E2A-5AA1-4FAB-9C8A-A644E7DB3712}" presName="sibTrans" presStyleCnt="0"/>
      <dgm:spPr/>
    </dgm:pt>
    <dgm:pt modelId="{800C01CB-051D-4540-93DD-7D367CD11058}" type="pres">
      <dgm:prSet presAssocID="{EBAC5AF5-0C99-4828-8C55-35D93A81ECF3}" presName="compNode" presStyleCnt="0"/>
      <dgm:spPr/>
    </dgm:pt>
    <dgm:pt modelId="{92DAD477-EF06-4479-B993-4A5F70017DDA}" type="pres">
      <dgm:prSet presAssocID="{EBAC5AF5-0C99-4828-8C55-35D93A81ECF3}" presName="iconBgRect" presStyleLbl="bgShp" presStyleIdx="2" presStyleCnt="4"/>
      <dgm:spPr/>
    </dgm:pt>
    <dgm:pt modelId="{D8CBA921-8C6D-4AE5-A58C-47B6747E5EC7}" type="pres">
      <dgm:prSet presAssocID="{EBAC5AF5-0C99-4828-8C55-35D93A81ECF3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ocument"/>
        </a:ext>
      </dgm:extLst>
    </dgm:pt>
    <dgm:pt modelId="{DBA88056-169A-44EF-BC32-4EF9FD2F0902}" type="pres">
      <dgm:prSet presAssocID="{EBAC5AF5-0C99-4828-8C55-35D93A81ECF3}" presName="spaceRect" presStyleCnt="0"/>
      <dgm:spPr/>
    </dgm:pt>
    <dgm:pt modelId="{776533DA-95A3-4ACD-AE74-0E691BCE1DFE}" type="pres">
      <dgm:prSet presAssocID="{EBAC5AF5-0C99-4828-8C55-35D93A81ECF3}" presName="textRect" presStyleLbl="revTx" presStyleIdx="2" presStyleCnt="4">
        <dgm:presLayoutVars>
          <dgm:chMax val="1"/>
          <dgm:chPref val="1"/>
        </dgm:presLayoutVars>
      </dgm:prSet>
      <dgm:spPr/>
    </dgm:pt>
    <dgm:pt modelId="{ADE8F5F2-22FF-4BC5-90BA-F752BD8CA082}" type="pres">
      <dgm:prSet presAssocID="{18DCD6B5-6BEB-4919-B321-90AC86D21F4B}" presName="sibTrans" presStyleCnt="0"/>
      <dgm:spPr/>
    </dgm:pt>
    <dgm:pt modelId="{EF8D94DC-0FD5-41DF-A96A-12C7F51946FE}" type="pres">
      <dgm:prSet presAssocID="{61B93DEC-765F-4B07-9500-36CBC60017B3}" presName="compNode" presStyleCnt="0"/>
      <dgm:spPr/>
    </dgm:pt>
    <dgm:pt modelId="{0B2A9E2A-ACD7-4521-B35A-149DFD6A0737}" type="pres">
      <dgm:prSet presAssocID="{61B93DEC-765F-4B07-9500-36CBC60017B3}" presName="iconBgRect" presStyleLbl="bgShp" presStyleIdx="3" presStyleCnt="4"/>
      <dgm:spPr/>
    </dgm:pt>
    <dgm:pt modelId="{51CC9A3C-A087-4913-BE54-B0112B71490B}" type="pres">
      <dgm:prSet presAssocID="{61B93DEC-765F-4B07-9500-36CBC60017B3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atabase"/>
        </a:ext>
      </dgm:extLst>
    </dgm:pt>
    <dgm:pt modelId="{9F59F52D-2ED2-43E9-85D7-F5934311E841}" type="pres">
      <dgm:prSet presAssocID="{61B93DEC-765F-4B07-9500-36CBC60017B3}" presName="spaceRect" presStyleCnt="0"/>
      <dgm:spPr/>
    </dgm:pt>
    <dgm:pt modelId="{E08DBC1A-E31F-465D-9DFF-3B50E49BEFCD}" type="pres">
      <dgm:prSet presAssocID="{61B93DEC-765F-4B07-9500-36CBC60017B3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E7C3E015-7CBB-4120-950F-04EE1204E82D}" srcId="{CBC11658-0912-4A55-8A7F-5AC431307A62}" destId="{EBAC5AF5-0C99-4828-8C55-35D93A81ECF3}" srcOrd="2" destOrd="0" parTransId="{0489D132-B0D3-438E-AE9B-F6084AB03C16}" sibTransId="{18DCD6B5-6BEB-4919-B321-90AC86D21F4B}"/>
    <dgm:cxn modelId="{1F8EFC21-0D1B-45C2-B62B-3FE07322B4D6}" type="presOf" srcId="{61B93DEC-765F-4B07-9500-36CBC60017B3}" destId="{E08DBC1A-E31F-465D-9DFF-3B50E49BEFCD}" srcOrd="0" destOrd="0" presId="urn:microsoft.com/office/officeart/2018/5/layout/IconCircleLabelList"/>
    <dgm:cxn modelId="{6EC94127-8EC4-452D-9A60-3261C9F019A6}" srcId="{CBC11658-0912-4A55-8A7F-5AC431307A62}" destId="{8E57F8DF-8314-4920-A3A4-D2521D3235D0}" srcOrd="1" destOrd="0" parTransId="{9F60BD09-84E6-43F2-A781-04EF9C20ACEF}" sibTransId="{BE438E2A-5AA1-4FAB-9C8A-A644E7DB3712}"/>
    <dgm:cxn modelId="{166F2F64-DFAB-4A81-89E2-AD199B87715B}" type="presOf" srcId="{8E57F8DF-8314-4920-A3A4-D2521D3235D0}" destId="{9008BC8B-501E-4A41-ADFA-B0C22E63F7CD}" srcOrd="0" destOrd="0" presId="urn:microsoft.com/office/officeart/2018/5/layout/IconCircleLabelList"/>
    <dgm:cxn modelId="{5DC05D52-CFF8-4B1F-B5CC-72FA42932F7C}" type="presOf" srcId="{CBC11658-0912-4A55-8A7F-5AC431307A62}" destId="{2107E8D7-76EE-4E25-9EF2-71C7A154DC14}" srcOrd="0" destOrd="0" presId="urn:microsoft.com/office/officeart/2018/5/layout/IconCircleLabelList"/>
    <dgm:cxn modelId="{E48B1E8D-5E79-4FC4-AC73-6D7D6D1EDAF9}" type="presOf" srcId="{C07EEC8B-4CAF-449B-8457-06A190A70941}" destId="{AAB967DC-F682-42C9-BD4F-791A0C0D8767}" srcOrd="0" destOrd="0" presId="urn:microsoft.com/office/officeart/2018/5/layout/IconCircleLabelList"/>
    <dgm:cxn modelId="{AB5DBC91-DB2D-455F-8490-F711E7BC30CA}" srcId="{CBC11658-0912-4A55-8A7F-5AC431307A62}" destId="{C07EEC8B-4CAF-449B-8457-06A190A70941}" srcOrd="0" destOrd="0" parTransId="{ED3771C1-9CEE-4ED8-9527-D64823F4D414}" sibTransId="{2B51A64B-C421-4719-9F3C-A14B23951C6C}"/>
    <dgm:cxn modelId="{442F68E2-DC0F-453C-B47B-15A4367D0040}" type="presOf" srcId="{EBAC5AF5-0C99-4828-8C55-35D93A81ECF3}" destId="{776533DA-95A3-4ACD-AE74-0E691BCE1DFE}" srcOrd="0" destOrd="0" presId="urn:microsoft.com/office/officeart/2018/5/layout/IconCircleLabelList"/>
    <dgm:cxn modelId="{29D90FF5-9F52-4CBF-8CB0-DBFE9A11AF98}" srcId="{CBC11658-0912-4A55-8A7F-5AC431307A62}" destId="{61B93DEC-765F-4B07-9500-36CBC60017B3}" srcOrd="3" destOrd="0" parTransId="{78BB2F62-D1E5-424D-96FE-EEF5EF201A1A}" sibTransId="{4AA2E450-FFFC-481B-8A1C-AFA04C1CB203}"/>
    <dgm:cxn modelId="{80A5BE67-9238-496B-8AF6-60F965451AB8}" type="presParOf" srcId="{2107E8D7-76EE-4E25-9EF2-71C7A154DC14}" destId="{C404461E-2C55-4E4B-B97A-565F2B3B5AB8}" srcOrd="0" destOrd="0" presId="urn:microsoft.com/office/officeart/2018/5/layout/IconCircleLabelList"/>
    <dgm:cxn modelId="{A29F4ED7-B6AE-450B-8111-EF6AB1A9079C}" type="presParOf" srcId="{C404461E-2C55-4E4B-B97A-565F2B3B5AB8}" destId="{7917B0DD-D0DD-4800-A7C7-80A498535E18}" srcOrd="0" destOrd="0" presId="urn:microsoft.com/office/officeart/2018/5/layout/IconCircleLabelList"/>
    <dgm:cxn modelId="{D92751A1-9F9E-4EC2-9365-A2DA11792191}" type="presParOf" srcId="{C404461E-2C55-4E4B-B97A-565F2B3B5AB8}" destId="{10BD7701-EBB0-4FFC-BB36-B2D4A1731686}" srcOrd="1" destOrd="0" presId="urn:microsoft.com/office/officeart/2018/5/layout/IconCircleLabelList"/>
    <dgm:cxn modelId="{F1EF6BAF-5D68-4113-90AE-1730462BB64B}" type="presParOf" srcId="{C404461E-2C55-4E4B-B97A-565F2B3B5AB8}" destId="{98FE011D-99C8-4857-85C6-2685CE6B199F}" srcOrd="2" destOrd="0" presId="urn:microsoft.com/office/officeart/2018/5/layout/IconCircleLabelList"/>
    <dgm:cxn modelId="{A3E3B18D-569A-46D3-8FAF-660E3494DE76}" type="presParOf" srcId="{C404461E-2C55-4E4B-B97A-565F2B3B5AB8}" destId="{AAB967DC-F682-42C9-BD4F-791A0C0D8767}" srcOrd="3" destOrd="0" presId="urn:microsoft.com/office/officeart/2018/5/layout/IconCircleLabelList"/>
    <dgm:cxn modelId="{8E04B9A6-6F4F-4008-8D62-D61F7A17682A}" type="presParOf" srcId="{2107E8D7-76EE-4E25-9EF2-71C7A154DC14}" destId="{FC198CAC-D61C-47F5-9C95-CCD39743BC8F}" srcOrd="1" destOrd="0" presId="urn:microsoft.com/office/officeart/2018/5/layout/IconCircleLabelList"/>
    <dgm:cxn modelId="{7B31D8C1-3B07-4E2A-9086-71395A055A63}" type="presParOf" srcId="{2107E8D7-76EE-4E25-9EF2-71C7A154DC14}" destId="{7E88D557-5096-41FD-B0B6-230B2171DCF7}" srcOrd="2" destOrd="0" presId="urn:microsoft.com/office/officeart/2018/5/layout/IconCircleLabelList"/>
    <dgm:cxn modelId="{F09D844C-B404-452A-B076-638033BD97EF}" type="presParOf" srcId="{7E88D557-5096-41FD-B0B6-230B2171DCF7}" destId="{24AD1B9B-F387-4107-BD64-8F1185A854A1}" srcOrd="0" destOrd="0" presId="urn:microsoft.com/office/officeart/2018/5/layout/IconCircleLabelList"/>
    <dgm:cxn modelId="{E7677132-1B01-4B7B-ACBF-13C65F0696B7}" type="presParOf" srcId="{7E88D557-5096-41FD-B0B6-230B2171DCF7}" destId="{A10E4C87-2C69-49EC-8D42-AF3E73F6779E}" srcOrd="1" destOrd="0" presId="urn:microsoft.com/office/officeart/2018/5/layout/IconCircleLabelList"/>
    <dgm:cxn modelId="{E7BC0265-C024-4079-BDB1-A6D482FC0038}" type="presParOf" srcId="{7E88D557-5096-41FD-B0B6-230B2171DCF7}" destId="{65280826-1092-4221-B030-2031DECBAB51}" srcOrd="2" destOrd="0" presId="urn:microsoft.com/office/officeart/2018/5/layout/IconCircleLabelList"/>
    <dgm:cxn modelId="{A4C6CD56-1B21-4405-88E3-A86174CBE1CF}" type="presParOf" srcId="{7E88D557-5096-41FD-B0B6-230B2171DCF7}" destId="{9008BC8B-501E-4A41-ADFA-B0C22E63F7CD}" srcOrd="3" destOrd="0" presId="urn:microsoft.com/office/officeart/2018/5/layout/IconCircleLabelList"/>
    <dgm:cxn modelId="{64984641-015C-4952-BAAF-E6F59590985A}" type="presParOf" srcId="{2107E8D7-76EE-4E25-9EF2-71C7A154DC14}" destId="{FB0339C5-22B9-4891-8CD8-E6713DA2D708}" srcOrd="3" destOrd="0" presId="urn:microsoft.com/office/officeart/2018/5/layout/IconCircleLabelList"/>
    <dgm:cxn modelId="{73E3AD22-9157-42E0-9CD6-9A4A605E99BC}" type="presParOf" srcId="{2107E8D7-76EE-4E25-9EF2-71C7A154DC14}" destId="{800C01CB-051D-4540-93DD-7D367CD11058}" srcOrd="4" destOrd="0" presId="urn:microsoft.com/office/officeart/2018/5/layout/IconCircleLabelList"/>
    <dgm:cxn modelId="{3A5192A1-20DA-4BE6-92B4-33CB5E3448EC}" type="presParOf" srcId="{800C01CB-051D-4540-93DD-7D367CD11058}" destId="{92DAD477-EF06-4479-B993-4A5F70017DDA}" srcOrd="0" destOrd="0" presId="urn:microsoft.com/office/officeart/2018/5/layout/IconCircleLabelList"/>
    <dgm:cxn modelId="{DE5FB1A9-23CA-43DB-8B3D-79FEA9905191}" type="presParOf" srcId="{800C01CB-051D-4540-93DD-7D367CD11058}" destId="{D8CBA921-8C6D-4AE5-A58C-47B6747E5EC7}" srcOrd="1" destOrd="0" presId="urn:microsoft.com/office/officeart/2018/5/layout/IconCircleLabelList"/>
    <dgm:cxn modelId="{BF1CDA20-3B2B-46C9-8AA8-224C7B294D3F}" type="presParOf" srcId="{800C01CB-051D-4540-93DD-7D367CD11058}" destId="{DBA88056-169A-44EF-BC32-4EF9FD2F0902}" srcOrd="2" destOrd="0" presId="urn:microsoft.com/office/officeart/2018/5/layout/IconCircleLabelList"/>
    <dgm:cxn modelId="{519BCE9A-9279-4424-9DCA-F8EBEA45B1E1}" type="presParOf" srcId="{800C01CB-051D-4540-93DD-7D367CD11058}" destId="{776533DA-95A3-4ACD-AE74-0E691BCE1DFE}" srcOrd="3" destOrd="0" presId="urn:microsoft.com/office/officeart/2018/5/layout/IconCircleLabelList"/>
    <dgm:cxn modelId="{CC47D2AC-ABF1-49BC-8343-7CAB7643247F}" type="presParOf" srcId="{2107E8D7-76EE-4E25-9EF2-71C7A154DC14}" destId="{ADE8F5F2-22FF-4BC5-90BA-F752BD8CA082}" srcOrd="5" destOrd="0" presId="urn:microsoft.com/office/officeart/2018/5/layout/IconCircleLabelList"/>
    <dgm:cxn modelId="{AB985368-06DD-41E2-884D-91E3BA61A889}" type="presParOf" srcId="{2107E8D7-76EE-4E25-9EF2-71C7A154DC14}" destId="{EF8D94DC-0FD5-41DF-A96A-12C7F51946FE}" srcOrd="6" destOrd="0" presId="urn:microsoft.com/office/officeart/2018/5/layout/IconCircleLabelList"/>
    <dgm:cxn modelId="{FB3569E8-04CB-41EB-B4C1-F8EBF7578553}" type="presParOf" srcId="{EF8D94DC-0FD5-41DF-A96A-12C7F51946FE}" destId="{0B2A9E2A-ACD7-4521-B35A-149DFD6A0737}" srcOrd="0" destOrd="0" presId="urn:microsoft.com/office/officeart/2018/5/layout/IconCircleLabelList"/>
    <dgm:cxn modelId="{726C1D0E-6079-4E64-B248-976ECE052D6D}" type="presParOf" srcId="{EF8D94DC-0FD5-41DF-A96A-12C7F51946FE}" destId="{51CC9A3C-A087-4913-BE54-B0112B71490B}" srcOrd="1" destOrd="0" presId="urn:microsoft.com/office/officeart/2018/5/layout/IconCircleLabelList"/>
    <dgm:cxn modelId="{C6FA6B7A-4261-430B-B919-811B99B65D68}" type="presParOf" srcId="{EF8D94DC-0FD5-41DF-A96A-12C7F51946FE}" destId="{9F59F52D-2ED2-43E9-85D7-F5934311E841}" srcOrd="2" destOrd="0" presId="urn:microsoft.com/office/officeart/2018/5/layout/IconCircleLabelList"/>
    <dgm:cxn modelId="{F95D715D-FBA0-4D97-9B73-786EE1FF7AD9}" type="presParOf" srcId="{EF8D94DC-0FD5-41DF-A96A-12C7F51946FE}" destId="{E08DBC1A-E31F-465D-9DFF-3B50E49BEFCD}" srcOrd="3" destOrd="0" presId="urn:microsoft.com/office/officeart/2018/5/layout/IconCircle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14A730FC-D25A-41EE-B917-048D78D071C3}" type="doc">
      <dgm:prSet loTypeId="urn:microsoft.com/office/officeart/2005/8/layout/process5" loCatId="process" qsTypeId="urn:microsoft.com/office/officeart/2005/8/quickstyle/simple4" qsCatId="simple" csTypeId="urn:microsoft.com/office/officeart/2005/8/colors/colorful1" csCatId="colorful"/>
      <dgm:spPr/>
      <dgm:t>
        <a:bodyPr/>
        <a:lstStyle/>
        <a:p>
          <a:endParaRPr lang="en-US"/>
        </a:p>
      </dgm:t>
    </dgm:pt>
    <dgm:pt modelId="{441EA860-B30D-4DE8-BD1D-C5E0887363F9}">
      <dgm:prSet/>
      <dgm:spPr/>
      <dgm:t>
        <a:bodyPr/>
        <a:lstStyle/>
        <a:p>
          <a:r>
            <a:rPr lang="en-US"/>
            <a:t>• Coordinators and managers log in to view all pending claims.</a:t>
          </a:r>
        </a:p>
      </dgm:t>
    </dgm:pt>
    <dgm:pt modelId="{D970EE8C-B048-40DB-BE01-4AE67C52F7C4}" type="parTrans" cxnId="{F48CF753-C393-482C-AAB7-0EB681B49569}">
      <dgm:prSet/>
      <dgm:spPr/>
      <dgm:t>
        <a:bodyPr/>
        <a:lstStyle/>
        <a:p>
          <a:endParaRPr lang="en-US"/>
        </a:p>
      </dgm:t>
    </dgm:pt>
    <dgm:pt modelId="{9563C90E-FA73-47E2-93B3-26224E0386F3}" type="sibTrans" cxnId="{F48CF753-C393-482C-AAB7-0EB681B49569}">
      <dgm:prSet/>
      <dgm:spPr/>
      <dgm:t>
        <a:bodyPr/>
        <a:lstStyle/>
        <a:p>
          <a:endParaRPr lang="en-US"/>
        </a:p>
      </dgm:t>
    </dgm:pt>
    <dgm:pt modelId="{DADC739B-DD9A-4EA7-ADDA-B868EB175DA9}">
      <dgm:prSet/>
      <dgm:spPr/>
      <dgm:t>
        <a:bodyPr/>
        <a:lstStyle/>
        <a:p>
          <a:r>
            <a:rPr lang="en-US"/>
            <a:t>• They can approve, reject, or return claims for correction.</a:t>
          </a:r>
        </a:p>
      </dgm:t>
    </dgm:pt>
    <dgm:pt modelId="{ACF3F38E-8728-4693-A883-9FD121B8B283}" type="parTrans" cxnId="{18427F68-B434-4146-B531-E384CE3E50DE}">
      <dgm:prSet/>
      <dgm:spPr/>
      <dgm:t>
        <a:bodyPr/>
        <a:lstStyle/>
        <a:p>
          <a:endParaRPr lang="en-US"/>
        </a:p>
      </dgm:t>
    </dgm:pt>
    <dgm:pt modelId="{F3D7EE5C-2484-4F4B-9D7B-42719739441E}" type="sibTrans" cxnId="{18427F68-B434-4146-B531-E384CE3E50DE}">
      <dgm:prSet/>
      <dgm:spPr/>
      <dgm:t>
        <a:bodyPr/>
        <a:lstStyle/>
        <a:p>
          <a:endParaRPr lang="en-US"/>
        </a:p>
      </dgm:t>
    </dgm:pt>
    <dgm:pt modelId="{B1ECFDFD-62A5-4DBF-ACEE-B2B78B577266}">
      <dgm:prSet/>
      <dgm:spPr/>
      <dgm:t>
        <a:bodyPr/>
        <a:lstStyle/>
        <a:p>
          <a:r>
            <a:rPr lang="en-US"/>
            <a:t>• Views include filters for date, lecturer, status, and department.</a:t>
          </a:r>
        </a:p>
      </dgm:t>
    </dgm:pt>
    <dgm:pt modelId="{8455EFA9-0CDA-4EE9-BBCA-A1D9DA50C630}" type="parTrans" cxnId="{BFFB24FA-FCB1-4E23-9852-569899B2E00B}">
      <dgm:prSet/>
      <dgm:spPr/>
      <dgm:t>
        <a:bodyPr/>
        <a:lstStyle/>
        <a:p>
          <a:endParaRPr lang="en-US"/>
        </a:p>
      </dgm:t>
    </dgm:pt>
    <dgm:pt modelId="{BCEA77FB-8FA5-4267-B25A-C42D557793DA}" type="sibTrans" cxnId="{BFFB24FA-FCB1-4E23-9852-569899B2E00B}">
      <dgm:prSet/>
      <dgm:spPr/>
      <dgm:t>
        <a:bodyPr/>
        <a:lstStyle/>
        <a:p>
          <a:endParaRPr lang="en-US"/>
        </a:p>
      </dgm:t>
    </dgm:pt>
    <dgm:pt modelId="{33E02223-F243-4E5E-920E-4EB7E87C4C73}">
      <dgm:prSet/>
      <dgm:spPr/>
      <dgm:t>
        <a:bodyPr/>
        <a:lstStyle/>
        <a:p>
          <a:r>
            <a:rPr lang="en-US"/>
            <a:t>• Submitted documents can be downloaded and inspected.</a:t>
          </a:r>
        </a:p>
      </dgm:t>
    </dgm:pt>
    <dgm:pt modelId="{A2B8F49A-F735-479A-BE09-3DCA7A6BBF02}" type="parTrans" cxnId="{E4F0EC68-115F-49D6-9E9D-66C7A8E08C54}">
      <dgm:prSet/>
      <dgm:spPr/>
      <dgm:t>
        <a:bodyPr/>
        <a:lstStyle/>
        <a:p>
          <a:endParaRPr lang="en-US"/>
        </a:p>
      </dgm:t>
    </dgm:pt>
    <dgm:pt modelId="{70421D48-0D9C-49C4-AAED-329BAE733A52}" type="sibTrans" cxnId="{E4F0EC68-115F-49D6-9E9D-66C7A8E08C54}">
      <dgm:prSet/>
      <dgm:spPr/>
      <dgm:t>
        <a:bodyPr/>
        <a:lstStyle/>
        <a:p>
          <a:endParaRPr lang="en-US"/>
        </a:p>
      </dgm:t>
    </dgm:pt>
    <dgm:pt modelId="{E6F516F8-D7CC-4AD9-BF25-BB891EA14502}" type="pres">
      <dgm:prSet presAssocID="{14A730FC-D25A-41EE-B917-048D78D071C3}" presName="diagram" presStyleCnt="0">
        <dgm:presLayoutVars>
          <dgm:dir/>
          <dgm:resizeHandles val="exact"/>
        </dgm:presLayoutVars>
      </dgm:prSet>
      <dgm:spPr/>
    </dgm:pt>
    <dgm:pt modelId="{E376B892-8ABE-4155-9698-D36C6F96DD19}" type="pres">
      <dgm:prSet presAssocID="{441EA860-B30D-4DE8-BD1D-C5E0887363F9}" presName="node" presStyleLbl="node1" presStyleIdx="0" presStyleCnt="4">
        <dgm:presLayoutVars>
          <dgm:bulletEnabled val="1"/>
        </dgm:presLayoutVars>
      </dgm:prSet>
      <dgm:spPr/>
    </dgm:pt>
    <dgm:pt modelId="{0562A177-8683-4174-BED1-7C628AC3615F}" type="pres">
      <dgm:prSet presAssocID="{9563C90E-FA73-47E2-93B3-26224E0386F3}" presName="sibTrans" presStyleLbl="sibTrans2D1" presStyleIdx="0" presStyleCnt="3"/>
      <dgm:spPr/>
    </dgm:pt>
    <dgm:pt modelId="{46A983C0-590F-4DD9-AFF0-F610FEC2756D}" type="pres">
      <dgm:prSet presAssocID="{9563C90E-FA73-47E2-93B3-26224E0386F3}" presName="connectorText" presStyleLbl="sibTrans2D1" presStyleIdx="0" presStyleCnt="3"/>
      <dgm:spPr/>
    </dgm:pt>
    <dgm:pt modelId="{EAC27053-21B4-478C-9A65-A25DBEA29806}" type="pres">
      <dgm:prSet presAssocID="{DADC739B-DD9A-4EA7-ADDA-B868EB175DA9}" presName="node" presStyleLbl="node1" presStyleIdx="1" presStyleCnt="4">
        <dgm:presLayoutVars>
          <dgm:bulletEnabled val="1"/>
        </dgm:presLayoutVars>
      </dgm:prSet>
      <dgm:spPr/>
    </dgm:pt>
    <dgm:pt modelId="{A312D55E-72C4-4736-A57A-E00F7FF7F290}" type="pres">
      <dgm:prSet presAssocID="{F3D7EE5C-2484-4F4B-9D7B-42719739441E}" presName="sibTrans" presStyleLbl="sibTrans2D1" presStyleIdx="1" presStyleCnt="3"/>
      <dgm:spPr/>
    </dgm:pt>
    <dgm:pt modelId="{B462B96E-841A-4F45-804F-9E447A983949}" type="pres">
      <dgm:prSet presAssocID="{F3D7EE5C-2484-4F4B-9D7B-42719739441E}" presName="connectorText" presStyleLbl="sibTrans2D1" presStyleIdx="1" presStyleCnt="3"/>
      <dgm:spPr/>
    </dgm:pt>
    <dgm:pt modelId="{33BEB42C-1C26-49B1-9F70-5DB6C3FA42B2}" type="pres">
      <dgm:prSet presAssocID="{B1ECFDFD-62A5-4DBF-ACEE-B2B78B577266}" presName="node" presStyleLbl="node1" presStyleIdx="2" presStyleCnt="4">
        <dgm:presLayoutVars>
          <dgm:bulletEnabled val="1"/>
        </dgm:presLayoutVars>
      </dgm:prSet>
      <dgm:spPr/>
    </dgm:pt>
    <dgm:pt modelId="{B437F1C5-D453-48AE-9C01-432A148EFB35}" type="pres">
      <dgm:prSet presAssocID="{BCEA77FB-8FA5-4267-B25A-C42D557793DA}" presName="sibTrans" presStyleLbl="sibTrans2D1" presStyleIdx="2" presStyleCnt="3"/>
      <dgm:spPr/>
    </dgm:pt>
    <dgm:pt modelId="{58F3086A-9C93-41F9-947D-5081640ED21C}" type="pres">
      <dgm:prSet presAssocID="{BCEA77FB-8FA5-4267-B25A-C42D557793DA}" presName="connectorText" presStyleLbl="sibTrans2D1" presStyleIdx="2" presStyleCnt="3"/>
      <dgm:spPr/>
    </dgm:pt>
    <dgm:pt modelId="{88F9C2BA-072A-492B-B268-5D14C93FDFC8}" type="pres">
      <dgm:prSet presAssocID="{33E02223-F243-4E5E-920E-4EB7E87C4C73}" presName="node" presStyleLbl="node1" presStyleIdx="3" presStyleCnt="4">
        <dgm:presLayoutVars>
          <dgm:bulletEnabled val="1"/>
        </dgm:presLayoutVars>
      </dgm:prSet>
      <dgm:spPr/>
    </dgm:pt>
  </dgm:ptLst>
  <dgm:cxnLst>
    <dgm:cxn modelId="{7AE71709-E23A-4F9D-A868-2111AF73C022}" type="presOf" srcId="{F3D7EE5C-2484-4F4B-9D7B-42719739441E}" destId="{B462B96E-841A-4F45-804F-9E447A983949}" srcOrd="1" destOrd="0" presId="urn:microsoft.com/office/officeart/2005/8/layout/process5"/>
    <dgm:cxn modelId="{89582534-C808-451A-A133-2D8E5728C11C}" type="presOf" srcId="{B1ECFDFD-62A5-4DBF-ACEE-B2B78B577266}" destId="{33BEB42C-1C26-49B1-9F70-5DB6C3FA42B2}" srcOrd="0" destOrd="0" presId="urn:microsoft.com/office/officeart/2005/8/layout/process5"/>
    <dgm:cxn modelId="{18427F68-B434-4146-B531-E384CE3E50DE}" srcId="{14A730FC-D25A-41EE-B917-048D78D071C3}" destId="{DADC739B-DD9A-4EA7-ADDA-B868EB175DA9}" srcOrd="1" destOrd="0" parTransId="{ACF3F38E-8728-4693-A883-9FD121B8B283}" sibTransId="{F3D7EE5C-2484-4F4B-9D7B-42719739441E}"/>
    <dgm:cxn modelId="{E4F0EC68-115F-49D6-9E9D-66C7A8E08C54}" srcId="{14A730FC-D25A-41EE-B917-048D78D071C3}" destId="{33E02223-F243-4E5E-920E-4EB7E87C4C73}" srcOrd="3" destOrd="0" parTransId="{A2B8F49A-F735-479A-BE09-3DCA7A6BBF02}" sibTransId="{70421D48-0D9C-49C4-AAED-329BAE733A52}"/>
    <dgm:cxn modelId="{F48CF753-C393-482C-AAB7-0EB681B49569}" srcId="{14A730FC-D25A-41EE-B917-048D78D071C3}" destId="{441EA860-B30D-4DE8-BD1D-C5E0887363F9}" srcOrd="0" destOrd="0" parTransId="{D970EE8C-B048-40DB-BE01-4AE67C52F7C4}" sibTransId="{9563C90E-FA73-47E2-93B3-26224E0386F3}"/>
    <dgm:cxn modelId="{AB0E2058-9331-47F1-A526-6554A247EF92}" type="presOf" srcId="{441EA860-B30D-4DE8-BD1D-C5E0887363F9}" destId="{E376B892-8ABE-4155-9698-D36C6F96DD19}" srcOrd="0" destOrd="0" presId="urn:microsoft.com/office/officeart/2005/8/layout/process5"/>
    <dgm:cxn modelId="{74D7D180-E638-4A43-BE9E-B19B8D32C8FD}" type="presOf" srcId="{DADC739B-DD9A-4EA7-ADDA-B868EB175DA9}" destId="{EAC27053-21B4-478C-9A65-A25DBEA29806}" srcOrd="0" destOrd="0" presId="urn:microsoft.com/office/officeart/2005/8/layout/process5"/>
    <dgm:cxn modelId="{EBDA4E81-929F-44B4-8960-2EDCDDDEFFFB}" type="presOf" srcId="{14A730FC-D25A-41EE-B917-048D78D071C3}" destId="{E6F516F8-D7CC-4AD9-BF25-BB891EA14502}" srcOrd="0" destOrd="0" presId="urn:microsoft.com/office/officeart/2005/8/layout/process5"/>
    <dgm:cxn modelId="{F4A7CB81-CEB2-438E-9362-66FF76E7EF19}" type="presOf" srcId="{BCEA77FB-8FA5-4267-B25A-C42D557793DA}" destId="{B437F1C5-D453-48AE-9C01-432A148EFB35}" srcOrd="0" destOrd="0" presId="urn:microsoft.com/office/officeart/2005/8/layout/process5"/>
    <dgm:cxn modelId="{374CB383-A60D-4272-A3A7-D27ACE336EA6}" type="presOf" srcId="{9563C90E-FA73-47E2-93B3-26224E0386F3}" destId="{0562A177-8683-4174-BED1-7C628AC3615F}" srcOrd="0" destOrd="0" presId="urn:microsoft.com/office/officeart/2005/8/layout/process5"/>
    <dgm:cxn modelId="{1F0035B1-C1D0-48BF-9D85-9A4164E6DCC9}" type="presOf" srcId="{BCEA77FB-8FA5-4267-B25A-C42D557793DA}" destId="{58F3086A-9C93-41F9-947D-5081640ED21C}" srcOrd="1" destOrd="0" presId="urn:microsoft.com/office/officeart/2005/8/layout/process5"/>
    <dgm:cxn modelId="{CE300DE8-5130-48F4-920F-6C6C993172A5}" type="presOf" srcId="{9563C90E-FA73-47E2-93B3-26224E0386F3}" destId="{46A983C0-590F-4DD9-AFF0-F610FEC2756D}" srcOrd="1" destOrd="0" presId="urn:microsoft.com/office/officeart/2005/8/layout/process5"/>
    <dgm:cxn modelId="{5DD5FAED-B04E-4C9A-BB6E-BD28D3AD1271}" type="presOf" srcId="{F3D7EE5C-2484-4F4B-9D7B-42719739441E}" destId="{A312D55E-72C4-4736-A57A-E00F7FF7F290}" srcOrd="0" destOrd="0" presId="urn:microsoft.com/office/officeart/2005/8/layout/process5"/>
    <dgm:cxn modelId="{2D90BBF9-82C5-4CB6-8FC2-46D8D1EEF029}" type="presOf" srcId="{33E02223-F243-4E5E-920E-4EB7E87C4C73}" destId="{88F9C2BA-072A-492B-B268-5D14C93FDFC8}" srcOrd="0" destOrd="0" presId="urn:microsoft.com/office/officeart/2005/8/layout/process5"/>
    <dgm:cxn modelId="{BFFB24FA-FCB1-4E23-9852-569899B2E00B}" srcId="{14A730FC-D25A-41EE-B917-048D78D071C3}" destId="{B1ECFDFD-62A5-4DBF-ACEE-B2B78B577266}" srcOrd="2" destOrd="0" parTransId="{8455EFA9-0CDA-4EE9-BBCA-A1D9DA50C630}" sibTransId="{BCEA77FB-8FA5-4267-B25A-C42D557793DA}"/>
    <dgm:cxn modelId="{8348BA6D-0FEF-4A45-B449-6D6B54E7056D}" type="presParOf" srcId="{E6F516F8-D7CC-4AD9-BF25-BB891EA14502}" destId="{E376B892-8ABE-4155-9698-D36C6F96DD19}" srcOrd="0" destOrd="0" presId="urn:microsoft.com/office/officeart/2005/8/layout/process5"/>
    <dgm:cxn modelId="{2D55121F-57A3-4919-9C3D-D2C3C8CB3627}" type="presParOf" srcId="{E6F516F8-D7CC-4AD9-BF25-BB891EA14502}" destId="{0562A177-8683-4174-BED1-7C628AC3615F}" srcOrd="1" destOrd="0" presId="urn:microsoft.com/office/officeart/2005/8/layout/process5"/>
    <dgm:cxn modelId="{21D0CB5D-7B8D-484C-94E0-5A56AEA9F14B}" type="presParOf" srcId="{0562A177-8683-4174-BED1-7C628AC3615F}" destId="{46A983C0-590F-4DD9-AFF0-F610FEC2756D}" srcOrd="0" destOrd="0" presId="urn:microsoft.com/office/officeart/2005/8/layout/process5"/>
    <dgm:cxn modelId="{6412979D-7ACE-4BF1-92DA-9F21816590BF}" type="presParOf" srcId="{E6F516F8-D7CC-4AD9-BF25-BB891EA14502}" destId="{EAC27053-21B4-478C-9A65-A25DBEA29806}" srcOrd="2" destOrd="0" presId="urn:microsoft.com/office/officeart/2005/8/layout/process5"/>
    <dgm:cxn modelId="{1D70B66A-CB28-4A90-8797-F39E2E64C9C6}" type="presParOf" srcId="{E6F516F8-D7CC-4AD9-BF25-BB891EA14502}" destId="{A312D55E-72C4-4736-A57A-E00F7FF7F290}" srcOrd="3" destOrd="0" presId="urn:microsoft.com/office/officeart/2005/8/layout/process5"/>
    <dgm:cxn modelId="{CA65A769-89D9-4287-8437-4F2AF3289494}" type="presParOf" srcId="{A312D55E-72C4-4736-A57A-E00F7FF7F290}" destId="{B462B96E-841A-4F45-804F-9E447A983949}" srcOrd="0" destOrd="0" presId="urn:microsoft.com/office/officeart/2005/8/layout/process5"/>
    <dgm:cxn modelId="{8B947874-DBB4-4FB3-ADED-45A9A3C11CE4}" type="presParOf" srcId="{E6F516F8-D7CC-4AD9-BF25-BB891EA14502}" destId="{33BEB42C-1C26-49B1-9F70-5DB6C3FA42B2}" srcOrd="4" destOrd="0" presId="urn:microsoft.com/office/officeart/2005/8/layout/process5"/>
    <dgm:cxn modelId="{45C11811-4918-4204-A30C-0F3FA0995AD1}" type="presParOf" srcId="{E6F516F8-D7CC-4AD9-BF25-BB891EA14502}" destId="{B437F1C5-D453-48AE-9C01-432A148EFB35}" srcOrd="5" destOrd="0" presId="urn:microsoft.com/office/officeart/2005/8/layout/process5"/>
    <dgm:cxn modelId="{19B84FB0-35DD-4380-8611-9AC0194B24F3}" type="presParOf" srcId="{B437F1C5-D453-48AE-9C01-432A148EFB35}" destId="{58F3086A-9C93-41F9-947D-5081640ED21C}" srcOrd="0" destOrd="0" presId="urn:microsoft.com/office/officeart/2005/8/layout/process5"/>
    <dgm:cxn modelId="{CB7D4C5F-C010-4778-A3AE-6DC862C4C4F3}" type="presParOf" srcId="{E6F516F8-D7CC-4AD9-BF25-BB891EA14502}" destId="{88F9C2BA-072A-492B-B268-5D14C93FDFC8}" srcOrd="6" destOrd="0" presId="urn:microsoft.com/office/officeart/2005/8/layout/process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734ABA91-F079-4DC1-A56D-B31F69EB4655}" type="doc">
      <dgm:prSet loTypeId="urn:microsoft.com/office/officeart/2018/5/layout/IconLeafLabelList" loCatId="icon" qsTypeId="urn:microsoft.com/office/officeart/2005/8/quickstyle/simple1" qsCatId="simple" csTypeId="urn:microsoft.com/office/officeart/2018/5/colors/Iconchunking_neutralicon_colorful1" csCatId="colorful" phldr="1"/>
      <dgm:spPr/>
      <dgm:t>
        <a:bodyPr/>
        <a:lstStyle/>
        <a:p>
          <a:endParaRPr lang="en-US"/>
        </a:p>
      </dgm:t>
    </dgm:pt>
    <dgm:pt modelId="{BD65438A-0EB9-44BC-8F95-220C65C23678}">
      <dgm:prSet/>
      <dgm:spPr/>
      <dgm:t>
        <a:bodyPr/>
        <a:lstStyle/>
        <a:p>
          <a:pPr>
            <a:defRPr cap="all"/>
          </a:pPr>
          <a:r>
            <a:rPr lang="en-US"/>
            <a:t>• Uploads handled via form file input.</a:t>
          </a:r>
        </a:p>
      </dgm:t>
    </dgm:pt>
    <dgm:pt modelId="{8C57B195-9237-447F-B181-9CFEA85ABDF8}" type="parTrans" cxnId="{5C7EF3B6-E7E7-47AB-8EA3-4D86244F87BA}">
      <dgm:prSet/>
      <dgm:spPr/>
      <dgm:t>
        <a:bodyPr/>
        <a:lstStyle/>
        <a:p>
          <a:endParaRPr lang="en-US"/>
        </a:p>
      </dgm:t>
    </dgm:pt>
    <dgm:pt modelId="{8D5AF0F6-9FE0-4DD5-AD97-88399367C8C6}" type="sibTrans" cxnId="{5C7EF3B6-E7E7-47AB-8EA3-4D86244F87BA}">
      <dgm:prSet/>
      <dgm:spPr/>
      <dgm:t>
        <a:bodyPr/>
        <a:lstStyle/>
        <a:p>
          <a:endParaRPr lang="en-US"/>
        </a:p>
      </dgm:t>
    </dgm:pt>
    <dgm:pt modelId="{32BEFA26-DF03-41B5-A03A-C05833981E00}">
      <dgm:prSet/>
      <dgm:spPr/>
      <dgm:t>
        <a:bodyPr/>
        <a:lstStyle/>
        <a:p>
          <a:pPr>
            <a:defRPr cap="all"/>
          </a:pPr>
          <a:r>
            <a:rPr lang="en-US"/>
            <a:t>• Files stored in server directory or cloud storage.</a:t>
          </a:r>
        </a:p>
      </dgm:t>
    </dgm:pt>
    <dgm:pt modelId="{1B3947A0-7926-4C3B-A868-355219869C23}" type="parTrans" cxnId="{A1AD8533-3A5D-4D27-AC14-1F9499222935}">
      <dgm:prSet/>
      <dgm:spPr/>
      <dgm:t>
        <a:bodyPr/>
        <a:lstStyle/>
        <a:p>
          <a:endParaRPr lang="en-US"/>
        </a:p>
      </dgm:t>
    </dgm:pt>
    <dgm:pt modelId="{04A3D30E-022C-471A-876D-B7BD9C53C86E}" type="sibTrans" cxnId="{A1AD8533-3A5D-4D27-AC14-1F9499222935}">
      <dgm:prSet/>
      <dgm:spPr/>
      <dgm:t>
        <a:bodyPr/>
        <a:lstStyle/>
        <a:p>
          <a:endParaRPr lang="en-US"/>
        </a:p>
      </dgm:t>
    </dgm:pt>
    <dgm:pt modelId="{8B4106FD-3DE0-4252-828D-0CCAC19A683B}">
      <dgm:prSet/>
      <dgm:spPr/>
      <dgm:t>
        <a:bodyPr/>
        <a:lstStyle/>
        <a:p>
          <a:pPr>
            <a:defRPr cap="all"/>
          </a:pPr>
          <a:r>
            <a:rPr lang="en-US"/>
            <a:t>• File paths linked to individual claims.</a:t>
          </a:r>
        </a:p>
      </dgm:t>
    </dgm:pt>
    <dgm:pt modelId="{5A698E44-AB1F-4091-A3E9-635293F6F86E}" type="parTrans" cxnId="{A9C77091-4A65-4948-9693-5A91BF47A8AB}">
      <dgm:prSet/>
      <dgm:spPr/>
      <dgm:t>
        <a:bodyPr/>
        <a:lstStyle/>
        <a:p>
          <a:endParaRPr lang="en-US"/>
        </a:p>
      </dgm:t>
    </dgm:pt>
    <dgm:pt modelId="{36266F10-A6F4-4C02-BFE6-D3FB2DA4A7BC}" type="sibTrans" cxnId="{A9C77091-4A65-4948-9693-5A91BF47A8AB}">
      <dgm:prSet/>
      <dgm:spPr/>
      <dgm:t>
        <a:bodyPr/>
        <a:lstStyle/>
        <a:p>
          <a:endParaRPr lang="en-US"/>
        </a:p>
      </dgm:t>
    </dgm:pt>
    <dgm:pt modelId="{D582827F-387A-49A4-ADBA-1B11B025FC8C}">
      <dgm:prSet/>
      <dgm:spPr/>
      <dgm:t>
        <a:bodyPr/>
        <a:lstStyle/>
        <a:p>
          <a:pPr>
            <a:defRPr cap="all"/>
          </a:pPr>
          <a:r>
            <a:rPr lang="en-US"/>
            <a:t>• Ensures traceability and secure access for reviewers.</a:t>
          </a:r>
        </a:p>
      </dgm:t>
    </dgm:pt>
    <dgm:pt modelId="{3203CF7C-B0C7-427D-AFBA-365A5999418A}" type="parTrans" cxnId="{0364126F-1B5C-4178-81FA-7DEB63EE54E2}">
      <dgm:prSet/>
      <dgm:spPr/>
      <dgm:t>
        <a:bodyPr/>
        <a:lstStyle/>
        <a:p>
          <a:endParaRPr lang="en-US"/>
        </a:p>
      </dgm:t>
    </dgm:pt>
    <dgm:pt modelId="{F13437F3-2CDE-4C39-B55E-73E938931A69}" type="sibTrans" cxnId="{0364126F-1B5C-4178-81FA-7DEB63EE54E2}">
      <dgm:prSet/>
      <dgm:spPr/>
      <dgm:t>
        <a:bodyPr/>
        <a:lstStyle/>
        <a:p>
          <a:endParaRPr lang="en-US"/>
        </a:p>
      </dgm:t>
    </dgm:pt>
    <dgm:pt modelId="{1281B863-B533-4E45-A72B-2C452B8640FD}" type="pres">
      <dgm:prSet presAssocID="{734ABA91-F079-4DC1-A56D-B31F69EB4655}" presName="root" presStyleCnt="0">
        <dgm:presLayoutVars>
          <dgm:dir/>
          <dgm:resizeHandles val="exact"/>
        </dgm:presLayoutVars>
      </dgm:prSet>
      <dgm:spPr/>
    </dgm:pt>
    <dgm:pt modelId="{D15902DB-4CEF-41E0-A23D-280DC45A3D73}" type="pres">
      <dgm:prSet presAssocID="{BD65438A-0EB9-44BC-8F95-220C65C23678}" presName="compNode" presStyleCnt="0"/>
      <dgm:spPr/>
    </dgm:pt>
    <dgm:pt modelId="{FF4D2BB4-166B-4550-B32E-6482D819F20E}" type="pres">
      <dgm:prSet presAssocID="{BD65438A-0EB9-44BC-8F95-220C65C23678}" presName="iconBgRect" presStyleLbl="bgShp" presStyleIdx="0" presStyleCnt="4"/>
      <dgm:spPr>
        <a:prstGeom prst="round2DiagRect">
          <a:avLst>
            <a:gd name="adj1" fmla="val 29727"/>
            <a:gd name="adj2" fmla="val 0"/>
          </a:avLst>
        </a:prstGeom>
      </dgm:spPr>
    </dgm:pt>
    <dgm:pt modelId="{566E58F7-B7BB-482D-A84F-841C66C4B4BF}" type="pres">
      <dgm:prSet presAssocID="{BD65438A-0EB9-44BC-8F95-220C65C23678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Open Folder"/>
        </a:ext>
      </dgm:extLst>
    </dgm:pt>
    <dgm:pt modelId="{3E0295EC-5C2E-46A8-B99A-9E6868A6871C}" type="pres">
      <dgm:prSet presAssocID="{BD65438A-0EB9-44BC-8F95-220C65C23678}" presName="spaceRect" presStyleCnt="0"/>
      <dgm:spPr/>
    </dgm:pt>
    <dgm:pt modelId="{B60ECC89-CB39-4055-BAB0-8BC82B65FC92}" type="pres">
      <dgm:prSet presAssocID="{BD65438A-0EB9-44BC-8F95-220C65C23678}" presName="textRect" presStyleLbl="revTx" presStyleIdx="0" presStyleCnt="4">
        <dgm:presLayoutVars>
          <dgm:chMax val="1"/>
          <dgm:chPref val="1"/>
        </dgm:presLayoutVars>
      </dgm:prSet>
      <dgm:spPr/>
    </dgm:pt>
    <dgm:pt modelId="{6584AE5B-53EC-4E1F-A6E8-7D0CDAD77712}" type="pres">
      <dgm:prSet presAssocID="{8D5AF0F6-9FE0-4DD5-AD97-88399367C8C6}" presName="sibTrans" presStyleCnt="0"/>
      <dgm:spPr/>
    </dgm:pt>
    <dgm:pt modelId="{8520F767-753D-414D-9E11-E8DC513F59AA}" type="pres">
      <dgm:prSet presAssocID="{32BEFA26-DF03-41B5-A03A-C05833981E00}" presName="compNode" presStyleCnt="0"/>
      <dgm:spPr/>
    </dgm:pt>
    <dgm:pt modelId="{4D8D330D-D3B9-476D-8906-3CBB974E6BAB}" type="pres">
      <dgm:prSet presAssocID="{32BEFA26-DF03-41B5-A03A-C05833981E00}" presName="iconBgRect" presStyleLbl="bgShp" presStyleIdx="1" presStyleCnt="4"/>
      <dgm:spPr>
        <a:prstGeom prst="round2DiagRect">
          <a:avLst>
            <a:gd name="adj1" fmla="val 29727"/>
            <a:gd name="adj2" fmla="val 0"/>
          </a:avLst>
        </a:prstGeom>
      </dgm:spPr>
    </dgm:pt>
    <dgm:pt modelId="{F92C51FC-DFE9-4759-AB1B-9A86F96EEE58}" type="pres">
      <dgm:prSet presAssocID="{32BEFA26-DF03-41B5-A03A-C05833981E00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yncing Cloud"/>
        </a:ext>
      </dgm:extLst>
    </dgm:pt>
    <dgm:pt modelId="{06A566BB-3259-4223-A0D7-397909BF127B}" type="pres">
      <dgm:prSet presAssocID="{32BEFA26-DF03-41B5-A03A-C05833981E00}" presName="spaceRect" presStyleCnt="0"/>
      <dgm:spPr/>
    </dgm:pt>
    <dgm:pt modelId="{48E8A10B-7DC3-424E-A839-D6F3BAB8E76E}" type="pres">
      <dgm:prSet presAssocID="{32BEFA26-DF03-41B5-A03A-C05833981E00}" presName="textRect" presStyleLbl="revTx" presStyleIdx="1" presStyleCnt="4">
        <dgm:presLayoutVars>
          <dgm:chMax val="1"/>
          <dgm:chPref val="1"/>
        </dgm:presLayoutVars>
      </dgm:prSet>
      <dgm:spPr/>
    </dgm:pt>
    <dgm:pt modelId="{2A2CD138-A41C-40CA-80EC-52F13AF93803}" type="pres">
      <dgm:prSet presAssocID="{04A3D30E-022C-471A-876D-B7BD9C53C86E}" presName="sibTrans" presStyleCnt="0"/>
      <dgm:spPr/>
    </dgm:pt>
    <dgm:pt modelId="{9A9E16A7-6C48-49E4-9933-43DCE9508633}" type="pres">
      <dgm:prSet presAssocID="{8B4106FD-3DE0-4252-828D-0CCAC19A683B}" presName="compNode" presStyleCnt="0"/>
      <dgm:spPr/>
    </dgm:pt>
    <dgm:pt modelId="{93642BDC-3C37-4CDC-BFFC-DCFFADD9F4FB}" type="pres">
      <dgm:prSet presAssocID="{8B4106FD-3DE0-4252-828D-0CCAC19A683B}" presName="iconBgRect" presStyleLbl="bgShp" presStyleIdx="2" presStyleCnt="4"/>
      <dgm:spPr>
        <a:prstGeom prst="round2DiagRect">
          <a:avLst>
            <a:gd name="adj1" fmla="val 29727"/>
            <a:gd name="adj2" fmla="val 0"/>
          </a:avLst>
        </a:prstGeom>
      </dgm:spPr>
    </dgm:pt>
    <dgm:pt modelId="{0FFE5464-C028-44BC-AF39-F7C821B0EB96}" type="pres">
      <dgm:prSet presAssocID="{8B4106FD-3DE0-4252-828D-0CCAC19A683B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Filter"/>
        </a:ext>
      </dgm:extLst>
    </dgm:pt>
    <dgm:pt modelId="{C23EAC28-EAE3-4066-BC83-338C263E6A3A}" type="pres">
      <dgm:prSet presAssocID="{8B4106FD-3DE0-4252-828D-0CCAC19A683B}" presName="spaceRect" presStyleCnt="0"/>
      <dgm:spPr/>
    </dgm:pt>
    <dgm:pt modelId="{A6C50E2A-D3D8-4CA7-8782-1D0B11C3FF7A}" type="pres">
      <dgm:prSet presAssocID="{8B4106FD-3DE0-4252-828D-0CCAC19A683B}" presName="textRect" presStyleLbl="revTx" presStyleIdx="2" presStyleCnt="4">
        <dgm:presLayoutVars>
          <dgm:chMax val="1"/>
          <dgm:chPref val="1"/>
        </dgm:presLayoutVars>
      </dgm:prSet>
      <dgm:spPr/>
    </dgm:pt>
    <dgm:pt modelId="{42B09C10-10FC-4E0F-81E6-560FEC8033F5}" type="pres">
      <dgm:prSet presAssocID="{36266F10-A6F4-4C02-BFE6-D3FB2DA4A7BC}" presName="sibTrans" presStyleCnt="0"/>
      <dgm:spPr/>
    </dgm:pt>
    <dgm:pt modelId="{011F2643-BD71-4D24-98F2-A4765082F5BE}" type="pres">
      <dgm:prSet presAssocID="{D582827F-387A-49A4-ADBA-1B11B025FC8C}" presName="compNode" presStyleCnt="0"/>
      <dgm:spPr/>
    </dgm:pt>
    <dgm:pt modelId="{9417840D-237A-4627-9732-852AC37E0648}" type="pres">
      <dgm:prSet presAssocID="{D582827F-387A-49A4-ADBA-1B11B025FC8C}" presName="iconBgRect" presStyleLbl="bgShp" presStyleIdx="3" presStyleCnt="4"/>
      <dgm:spPr>
        <a:prstGeom prst="round2DiagRect">
          <a:avLst>
            <a:gd name="adj1" fmla="val 29727"/>
            <a:gd name="adj2" fmla="val 0"/>
          </a:avLst>
        </a:prstGeom>
      </dgm:spPr>
    </dgm:pt>
    <dgm:pt modelId="{550AAD3D-966C-4091-A14B-3D4AD5445BD9}" type="pres">
      <dgm:prSet presAssocID="{D582827F-387A-49A4-ADBA-1B11B025FC8C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Lock"/>
        </a:ext>
      </dgm:extLst>
    </dgm:pt>
    <dgm:pt modelId="{CB7B6A18-2C72-49AD-BD1E-E8CB5D84F24E}" type="pres">
      <dgm:prSet presAssocID="{D582827F-387A-49A4-ADBA-1B11B025FC8C}" presName="spaceRect" presStyleCnt="0"/>
      <dgm:spPr/>
    </dgm:pt>
    <dgm:pt modelId="{F294BE89-67E2-4A0B-9A15-2E38E1BA6EE7}" type="pres">
      <dgm:prSet presAssocID="{D582827F-387A-49A4-ADBA-1B11B025FC8C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D1DB5A22-EA1F-4951-9A7A-AC23974AAD09}" type="presOf" srcId="{32BEFA26-DF03-41B5-A03A-C05833981E00}" destId="{48E8A10B-7DC3-424E-A839-D6F3BAB8E76E}" srcOrd="0" destOrd="0" presId="urn:microsoft.com/office/officeart/2018/5/layout/IconLeafLabelList"/>
    <dgm:cxn modelId="{A6CE0E23-3CC2-4342-A558-B597895AFA83}" type="presOf" srcId="{8B4106FD-3DE0-4252-828D-0CCAC19A683B}" destId="{A6C50E2A-D3D8-4CA7-8782-1D0B11C3FF7A}" srcOrd="0" destOrd="0" presId="urn:microsoft.com/office/officeart/2018/5/layout/IconLeafLabelList"/>
    <dgm:cxn modelId="{A1AD8533-3A5D-4D27-AC14-1F9499222935}" srcId="{734ABA91-F079-4DC1-A56D-B31F69EB4655}" destId="{32BEFA26-DF03-41B5-A03A-C05833981E00}" srcOrd="1" destOrd="0" parTransId="{1B3947A0-7926-4C3B-A868-355219869C23}" sibTransId="{04A3D30E-022C-471A-876D-B7BD9C53C86E}"/>
    <dgm:cxn modelId="{47FA9F36-9531-4112-8548-8C16F8EA36D4}" type="presOf" srcId="{734ABA91-F079-4DC1-A56D-B31F69EB4655}" destId="{1281B863-B533-4E45-A72B-2C452B8640FD}" srcOrd="0" destOrd="0" presId="urn:microsoft.com/office/officeart/2018/5/layout/IconLeafLabelList"/>
    <dgm:cxn modelId="{F11FB862-5EB1-4193-B49A-DD9B07631033}" type="presOf" srcId="{D582827F-387A-49A4-ADBA-1B11B025FC8C}" destId="{F294BE89-67E2-4A0B-9A15-2E38E1BA6EE7}" srcOrd="0" destOrd="0" presId="urn:microsoft.com/office/officeart/2018/5/layout/IconLeafLabelList"/>
    <dgm:cxn modelId="{0364126F-1B5C-4178-81FA-7DEB63EE54E2}" srcId="{734ABA91-F079-4DC1-A56D-B31F69EB4655}" destId="{D582827F-387A-49A4-ADBA-1B11B025FC8C}" srcOrd="3" destOrd="0" parTransId="{3203CF7C-B0C7-427D-AFBA-365A5999418A}" sibTransId="{F13437F3-2CDE-4C39-B55E-73E938931A69}"/>
    <dgm:cxn modelId="{DCA5D552-83EB-4836-B05E-AA310FE80006}" type="presOf" srcId="{BD65438A-0EB9-44BC-8F95-220C65C23678}" destId="{B60ECC89-CB39-4055-BAB0-8BC82B65FC92}" srcOrd="0" destOrd="0" presId="urn:microsoft.com/office/officeart/2018/5/layout/IconLeafLabelList"/>
    <dgm:cxn modelId="{A9C77091-4A65-4948-9693-5A91BF47A8AB}" srcId="{734ABA91-F079-4DC1-A56D-B31F69EB4655}" destId="{8B4106FD-3DE0-4252-828D-0CCAC19A683B}" srcOrd="2" destOrd="0" parTransId="{5A698E44-AB1F-4091-A3E9-635293F6F86E}" sibTransId="{36266F10-A6F4-4C02-BFE6-D3FB2DA4A7BC}"/>
    <dgm:cxn modelId="{5C7EF3B6-E7E7-47AB-8EA3-4D86244F87BA}" srcId="{734ABA91-F079-4DC1-A56D-B31F69EB4655}" destId="{BD65438A-0EB9-44BC-8F95-220C65C23678}" srcOrd="0" destOrd="0" parTransId="{8C57B195-9237-447F-B181-9CFEA85ABDF8}" sibTransId="{8D5AF0F6-9FE0-4DD5-AD97-88399367C8C6}"/>
    <dgm:cxn modelId="{0FA0A2E5-FE46-45ED-9E7F-4955063FD4FF}" type="presParOf" srcId="{1281B863-B533-4E45-A72B-2C452B8640FD}" destId="{D15902DB-4CEF-41E0-A23D-280DC45A3D73}" srcOrd="0" destOrd="0" presId="urn:microsoft.com/office/officeart/2018/5/layout/IconLeafLabelList"/>
    <dgm:cxn modelId="{7360BF81-61D1-4EB1-AB48-68A5996EECC4}" type="presParOf" srcId="{D15902DB-4CEF-41E0-A23D-280DC45A3D73}" destId="{FF4D2BB4-166B-4550-B32E-6482D819F20E}" srcOrd="0" destOrd="0" presId="urn:microsoft.com/office/officeart/2018/5/layout/IconLeafLabelList"/>
    <dgm:cxn modelId="{D8C4A4A8-DF36-415F-972E-8762528B7278}" type="presParOf" srcId="{D15902DB-4CEF-41E0-A23D-280DC45A3D73}" destId="{566E58F7-B7BB-482D-A84F-841C66C4B4BF}" srcOrd="1" destOrd="0" presId="urn:microsoft.com/office/officeart/2018/5/layout/IconLeafLabelList"/>
    <dgm:cxn modelId="{F95A1DAC-D5AA-49DD-B8D1-DB5F0868EF36}" type="presParOf" srcId="{D15902DB-4CEF-41E0-A23D-280DC45A3D73}" destId="{3E0295EC-5C2E-46A8-B99A-9E6868A6871C}" srcOrd="2" destOrd="0" presId="urn:microsoft.com/office/officeart/2018/5/layout/IconLeafLabelList"/>
    <dgm:cxn modelId="{F97D528F-DC31-414F-8C22-10FFD4B2BD58}" type="presParOf" srcId="{D15902DB-4CEF-41E0-A23D-280DC45A3D73}" destId="{B60ECC89-CB39-4055-BAB0-8BC82B65FC92}" srcOrd="3" destOrd="0" presId="urn:microsoft.com/office/officeart/2018/5/layout/IconLeafLabelList"/>
    <dgm:cxn modelId="{3371DD53-CA30-416E-97BD-3B07960DFA67}" type="presParOf" srcId="{1281B863-B533-4E45-A72B-2C452B8640FD}" destId="{6584AE5B-53EC-4E1F-A6E8-7D0CDAD77712}" srcOrd="1" destOrd="0" presId="urn:microsoft.com/office/officeart/2018/5/layout/IconLeafLabelList"/>
    <dgm:cxn modelId="{C1815BF8-A509-4A99-A661-F3E8633DF7A7}" type="presParOf" srcId="{1281B863-B533-4E45-A72B-2C452B8640FD}" destId="{8520F767-753D-414D-9E11-E8DC513F59AA}" srcOrd="2" destOrd="0" presId="urn:microsoft.com/office/officeart/2018/5/layout/IconLeafLabelList"/>
    <dgm:cxn modelId="{ECECD254-0AD5-49F9-B2D9-3C5629CA147B}" type="presParOf" srcId="{8520F767-753D-414D-9E11-E8DC513F59AA}" destId="{4D8D330D-D3B9-476D-8906-3CBB974E6BAB}" srcOrd="0" destOrd="0" presId="urn:microsoft.com/office/officeart/2018/5/layout/IconLeafLabelList"/>
    <dgm:cxn modelId="{D22CB984-F349-40E5-A7F8-3F80F0A47080}" type="presParOf" srcId="{8520F767-753D-414D-9E11-E8DC513F59AA}" destId="{F92C51FC-DFE9-4759-AB1B-9A86F96EEE58}" srcOrd="1" destOrd="0" presId="urn:microsoft.com/office/officeart/2018/5/layout/IconLeafLabelList"/>
    <dgm:cxn modelId="{E89473BA-572A-4F67-BEAF-4F5DF92843C9}" type="presParOf" srcId="{8520F767-753D-414D-9E11-E8DC513F59AA}" destId="{06A566BB-3259-4223-A0D7-397909BF127B}" srcOrd="2" destOrd="0" presId="urn:microsoft.com/office/officeart/2018/5/layout/IconLeafLabelList"/>
    <dgm:cxn modelId="{C3ED4528-770B-46E6-8994-59E172AD2C6D}" type="presParOf" srcId="{8520F767-753D-414D-9E11-E8DC513F59AA}" destId="{48E8A10B-7DC3-424E-A839-D6F3BAB8E76E}" srcOrd="3" destOrd="0" presId="urn:microsoft.com/office/officeart/2018/5/layout/IconLeafLabelList"/>
    <dgm:cxn modelId="{2F1D5BE3-549F-4187-8D4D-32D802A3AB5A}" type="presParOf" srcId="{1281B863-B533-4E45-A72B-2C452B8640FD}" destId="{2A2CD138-A41C-40CA-80EC-52F13AF93803}" srcOrd="3" destOrd="0" presId="urn:microsoft.com/office/officeart/2018/5/layout/IconLeafLabelList"/>
    <dgm:cxn modelId="{5EB29942-B9E3-45F4-AC6D-CF8E71E6D3DC}" type="presParOf" srcId="{1281B863-B533-4E45-A72B-2C452B8640FD}" destId="{9A9E16A7-6C48-49E4-9933-43DCE9508633}" srcOrd="4" destOrd="0" presId="urn:microsoft.com/office/officeart/2018/5/layout/IconLeafLabelList"/>
    <dgm:cxn modelId="{10A9EF66-34C0-424F-A10D-EBF0A6A2620B}" type="presParOf" srcId="{9A9E16A7-6C48-49E4-9933-43DCE9508633}" destId="{93642BDC-3C37-4CDC-BFFC-DCFFADD9F4FB}" srcOrd="0" destOrd="0" presId="urn:microsoft.com/office/officeart/2018/5/layout/IconLeafLabelList"/>
    <dgm:cxn modelId="{835E5AF8-DD67-44A9-9BD6-7B1F9E2A8A76}" type="presParOf" srcId="{9A9E16A7-6C48-49E4-9933-43DCE9508633}" destId="{0FFE5464-C028-44BC-AF39-F7C821B0EB96}" srcOrd="1" destOrd="0" presId="urn:microsoft.com/office/officeart/2018/5/layout/IconLeafLabelList"/>
    <dgm:cxn modelId="{C8CA3E13-CB88-4639-BF40-1D4CAC96AF7E}" type="presParOf" srcId="{9A9E16A7-6C48-49E4-9933-43DCE9508633}" destId="{C23EAC28-EAE3-4066-BC83-338C263E6A3A}" srcOrd="2" destOrd="0" presId="urn:microsoft.com/office/officeart/2018/5/layout/IconLeafLabelList"/>
    <dgm:cxn modelId="{64124CDC-99C4-40DE-8320-EA4C63724127}" type="presParOf" srcId="{9A9E16A7-6C48-49E4-9933-43DCE9508633}" destId="{A6C50E2A-D3D8-4CA7-8782-1D0B11C3FF7A}" srcOrd="3" destOrd="0" presId="urn:microsoft.com/office/officeart/2018/5/layout/IconLeafLabelList"/>
    <dgm:cxn modelId="{11C6939C-2A16-406B-947E-EABFB7997D62}" type="presParOf" srcId="{1281B863-B533-4E45-A72B-2C452B8640FD}" destId="{42B09C10-10FC-4E0F-81E6-560FEC8033F5}" srcOrd="5" destOrd="0" presId="urn:microsoft.com/office/officeart/2018/5/layout/IconLeafLabelList"/>
    <dgm:cxn modelId="{A27BB7BF-A1C7-4BB7-8BAC-A18985E8A2C0}" type="presParOf" srcId="{1281B863-B533-4E45-A72B-2C452B8640FD}" destId="{011F2643-BD71-4D24-98F2-A4765082F5BE}" srcOrd="6" destOrd="0" presId="urn:microsoft.com/office/officeart/2018/5/layout/IconLeafLabelList"/>
    <dgm:cxn modelId="{22C7B33D-5FB0-49A7-B5A1-63209C97A62C}" type="presParOf" srcId="{011F2643-BD71-4D24-98F2-A4765082F5BE}" destId="{9417840D-237A-4627-9732-852AC37E0648}" srcOrd="0" destOrd="0" presId="urn:microsoft.com/office/officeart/2018/5/layout/IconLeafLabelList"/>
    <dgm:cxn modelId="{FE96D665-589B-4BF6-93C4-582BC913E70A}" type="presParOf" srcId="{011F2643-BD71-4D24-98F2-A4765082F5BE}" destId="{550AAD3D-966C-4091-A14B-3D4AD5445BD9}" srcOrd="1" destOrd="0" presId="urn:microsoft.com/office/officeart/2018/5/layout/IconLeafLabelList"/>
    <dgm:cxn modelId="{640C33E7-99CC-4743-A03A-B0476257A092}" type="presParOf" srcId="{011F2643-BD71-4D24-98F2-A4765082F5BE}" destId="{CB7B6A18-2C72-49AD-BD1E-E8CB5D84F24E}" srcOrd="2" destOrd="0" presId="urn:microsoft.com/office/officeart/2018/5/layout/IconLeafLabelList"/>
    <dgm:cxn modelId="{6DF14C3A-195A-437B-9992-75522575F082}" type="presParOf" srcId="{011F2643-BD71-4D24-98F2-A4765082F5BE}" destId="{F294BE89-67E2-4A0B-9A15-2E38E1BA6EE7}" srcOrd="3" destOrd="0" presId="urn:microsoft.com/office/officeart/2018/5/layout/IconLeaf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1DBD23ED-D780-4F32-9658-B471F95B66F0}" type="doc">
      <dgm:prSet loTypeId="urn:microsoft.com/office/officeart/2005/8/layout/matrix3" loCatId="matrix" qsTypeId="urn:microsoft.com/office/officeart/2005/8/quickstyle/simple4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8A6F081F-CE28-4B7C-A728-05C38D0F6FF8}">
      <dgm:prSet/>
      <dgm:spPr/>
      <dgm:t>
        <a:bodyPr/>
        <a:lstStyle/>
        <a:p>
          <a:r>
            <a:rPr lang="en-US"/>
            <a:t>• Each claim has a Status field in the database.</a:t>
          </a:r>
        </a:p>
      </dgm:t>
    </dgm:pt>
    <dgm:pt modelId="{5EB42F4B-8D93-40CD-888A-36562ED06F7D}" type="parTrans" cxnId="{88427B32-22DF-4D94-A55D-746A1B459946}">
      <dgm:prSet/>
      <dgm:spPr/>
      <dgm:t>
        <a:bodyPr/>
        <a:lstStyle/>
        <a:p>
          <a:endParaRPr lang="en-US"/>
        </a:p>
      </dgm:t>
    </dgm:pt>
    <dgm:pt modelId="{3D297C02-1E7A-424A-844D-92DAF3486837}" type="sibTrans" cxnId="{88427B32-22DF-4D94-A55D-746A1B459946}">
      <dgm:prSet/>
      <dgm:spPr/>
      <dgm:t>
        <a:bodyPr/>
        <a:lstStyle/>
        <a:p>
          <a:endParaRPr lang="en-US"/>
        </a:p>
      </dgm:t>
    </dgm:pt>
    <dgm:pt modelId="{71B61A25-020B-4381-AB9C-7A1A16332D02}">
      <dgm:prSet/>
      <dgm:spPr/>
      <dgm:t>
        <a:bodyPr/>
        <a:lstStyle/>
        <a:p>
          <a:r>
            <a:rPr lang="en-US"/>
            <a:t>• Status updates when coordinator/manager performs an action.</a:t>
          </a:r>
        </a:p>
      </dgm:t>
    </dgm:pt>
    <dgm:pt modelId="{ECF69BB8-DBB4-435E-9CA5-5A6F7C825832}" type="parTrans" cxnId="{45A19B2B-ED9A-4808-B94F-C796249552C5}">
      <dgm:prSet/>
      <dgm:spPr/>
      <dgm:t>
        <a:bodyPr/>
        <a:lstStyle/>
        <a:p>
          <a:endParaRPr lang="en-US"/>
        </a:p>
      </dgm:t>
    </dgm:pt>
    <dgm:pt modelId="{942EC783-A276-43A4-8A1D-28B2BE0CE015}" type="sibTrans" cxnId="{45A19B2B-ED9A-4808-B94F-C796249552C5}">
      <dgm:prSet/>
      <dgm:spPr/>
      <dgm:t>
        <a:bodyPr/>
        <a:lstStyle/>
        <a:p>
          <a:endParaRPr lang="en-US"/>
        </a:p>
      </dgm:t>
    </dgm:pt>
    <dgm:pt modelId="{E4CD2BC0-2581-4573-A36A-5938E51BD431}">
      <dgm:prSet/>
      <dgm:spPr/>
      <dgm:t>
        <a:bodyPr/>
        <a:lstStyle/>
        <a:p>
          <a:r>
            <a:rPr lang="en-US"/>
            <a:t>• Lecturer dashboard displays real-time claim status.</a:t>
          </a:r>
        </a:p>
      </dgm:t>
    </dgm:pt>
    <dgm:pt modelId="{7BAD3F82-C12B-4725-A3E5-A45CBB966C16}" type="parTrans" cxnId="{7693D050-A800-48AD-BAC4-CDB1069D41BC}">
      <dgm:prSet/>
      <dgm:spPr/>
      <dgm:t>
        <a:bodyPr/>
        <a:lstStyle/>
        <a:p>
          <a:endParaRPr lang="en-US"/>
        </a:p>
      </dgm:t>
    </dgm:pt>
    <dgm:pt modelId="{9D6B0E6A-2706-4D3D-B2FA-C7D709DBFBF4}" type="sibTrans" cxnId="{7693D050-A800-48AD-BAC4-CDB1069D41BC}">
      <dgm:prSet/>
      <dgm:spPr/>
      <dgm:t>
        <a:bodyPr/>
        <a:lstStyle/>
        <a:p>
          <a:endParaRPr lang="en-US"/>
        </a:p>
      </dgm:t>
    </dgm:pt>
    <dgm:pt modelId="{5E4FE227-7449-4BE7-B677-F8CCCAD98C5A}">
      <dgm:prSet/>
      <dgm:spPr/>
      <dgm:t>
        <a:bodyPr/>
        <a:lstStyle/>
        <a:p>
          <a:r>
            <a:rPr lang="en-US"/>
            <a:t>• Statuses include: Pending, Approved, Rejected, Returned.</a:t>
          </a:r>
        </a:p>
      </dgm:t>
    </dgm:pt>
    <dgm:pt modelId="{F55865E8-754B-4F67-87FC-C04A88E42BA6}" type="parTrans" cxnId="{BC592EFF-908F-4AFE-84A3-1E10864870FD}">
      <dgm:prSet/>
      <dgm:spPr/>
      <dgm:t>
        <a:bodyPr/>
        <a:lstStyle/>
        <a:p>
          <a:endParaRPr lang="en-US"/>
        </a:p>
      </dgm:t>
    </dgm:pt>
    <dgm:pt modelId="{E9C22130-C4EC-499D-839E-221C204261D3}" type="sibTrans" cxnId="{BC592EFF-908F-4AFE-84A3-1E10864870FD}">
      <dgm:prSet/>
      <dgm:spPr/>
      <dgm:t>
        <a:bodyPr/>
        <a:lstStyle/>
        <a:p>
          <a:endParaRPr lang="en-US"/>
        </a:p>
      </dgm:t>
    </dgm:pt>
    <dgm:pt modelId="{EF7EF323-FF30-46EF-B78A-4CED2D6336B0}" type="pres">
      <dgm:prSet presAssocID="{1DBD23ED-D780-4F32-9658-B471F95B66F0}" presName="matrix" presStyleCnt="0">
        <dgm:presLayoutVars>
          <dgm:chMax val="1"/>
          <dgm:dir/>
          <dgm:resizeHandles val="exact"/>
        </dgm:presLayoutVars>
      </dgm:prSet>
      <dgm:spPr/>
    </dgm:pt>
    <dgm:pt modelId="{0B9687E8-8C4B-4AA6-808F-2EA3F29CEE14}" type="pres">
      <dgm:prSet presAssocID="{1DBD23ED-D780-4F32-9658-B471F95B66F0}" presName="diamond" presStyleLbl="bgShp" presStyleIdx="0" presStyleCnt="1"/>
      <dgm:spPr/>
    </dgm:pt>
    <dgm:pt modelId="{D23BE574-70B1-4E30-A4F1-D80EC6BA0410}" type="pres">
      <dgm:prSet presAssocID="{1DBD23ED-D780-4F32-9658-B471F95B66F0}" presName="quad1" presStyleLbl="node1" presStyleIdx="0" presStyleCnt="4">
        <dgm:presLayoutVars>
          <dgm:chMax val="0"/>
          <dgm:chPref val="0"/>
          <dgm:bulletEnabled val="1"/>
        </dgm:presLayoutVars>
      </dgm:prSet>
      <dgm:spPr/>
    </dgm:pt>
    <dgm:pt modelId="{F31B40A1-12E0-4DBC-BB9E-00E5E4C5913A}" type="pres">
      <dgm:prSet presAssocID="{1DBD23ED-D780-4F32-9658-B471F95B66F0}" presName="quad2" presStyleLbl="node1" presStyleIdx="1" presStyleCnt="4">
        <dgm:presLayoutVars>
          <dgm:chMax val="0"/>
          <dgm:chPref val="0"/>
          <dgm:bulletEnabled val="1"/>
        </dgm:presLayoutVars>
      </dgm:prSet>
      <dgm:spPr/>
    </dgm:pt>
    <dgm:pt modelId="{D6B55537-7637-4FAA-BD0E-020668ED4B8F}" type="pres">
      <dgm:prSet presAssocID="{1DBD23ED-D780-4F32-9658-B471F95B66F0}" presName="quad3" presStyleLbl="node1" presStyleIdx="2" presStyleCnt="4">
        <dgm:presLayoutVars>
          <dgm:chMax val="0"/>
          <dgm:chPref val="0"/>
          <dgm:bulletEnabled val="1"/>
        </dgm:presLayoutVars>
      </dgm:prSet>
      <dgm:spPr/>
    </dgm:pt>
    <dgm:pt modelId="{0A35902F-2D7F-4EA8-B593-25300991BDB3}" type="pres">
      <dgm:prSet presAssocID="{1DBD23ED-D780-4F32-9658-B471F95B66F0}" presName="quad4" presStyleLbl="node1" presStyleIdx="3" presStyleCnt="4">
        <dgm:presLayoutVars>
          <dgm:chMax val="0"/>
          <dgm:chPref val="0"/>
          <dgm:bulletEnabled val="1"/>
        </dgm:presLayoutVars>
      </dgm:prSet>
      <dgm:spPr/>
    </dgm:pt>
  </dgm:ptLst>
  <dgm:cxnLst>
    <dgm:cxn modelId="{E9122301-9B04-4CB0-BA30-E306D889BB7E}" type="presOf" srcId="{1DBD23ED-D780-4F32-9658-B471F95B66F0}" destId="{EF7EF323-FF30-46EF-B78A-4CED2D6336B0}" srcOrd="0" destOrd="0" presId="urn:microsoft.com/office/officeart/2005/8/layout/matrix3"/>
    <dgm:cxn modelId="{039B382B-2604-40EF-95EE-750B8AB0387E}" type="presOf" srcId="{E4CD2BC0-2581-4573-A36A-5938E51BD431}" destId="{D6B55537-7637-4FAA-BD0E-020668ED4B8F}" srcOrd="0" destOrd="0" presId="urn:microsoft.com/office/officeart/2005/8/layout/matrix3"/>
    <dgm:cxn modelId="{45A19B2B-ED9A-4808-B94F-C796249552C5}" srcId="{1DBD23ED-D780-4F32-9658-B471F95B66F0}" destId="{71B61A25-020B-4381-AB9C-7A1A16332D02}" srcOrd="1" destOrd="0" parTransId="{ECF69BB8-DBB4-435E-9CA5-5A6F7C825832}" sibTransId="{942EC783-A276-43A4-8A1D-28B2BE0CE015}"/>
    <dgm:cxn modelId="{D768FE2E-F674-42D1-A913-1F742B14761F}" type="presOf" srcId="{71B61A25-020B-4381-AB9C-7A1A16332D02}" destId="{F31B40A1-12E0-4DBC-BB9E-00E5E4C5913A}" srcOrd="0" destOrd="0" presId="urn:microsoft.com/office/officeart/2005/8/layout/matrix3"/>
    <dgm:cxn modelId="{88427B32-22DF-4D94-A55D-746A1B459946}" srcId="{1DBD23ED-D780-4F32-9658-B471F95B66F0}" destId="{8A6F081F-CE28-4B7C-A728-05C38D0F6FF8}" srcOrd="0" destOrd="0" parTransId="{5EB42F4B-8D93-40CD-888A-36562ED06F7D}" sibTransId="{3D297C02-1E7A-424A-844D-92DAF3486837}"/>
    <dgm:cxn modelId="{7693D050-A800-48AD-BAC4-CDB1069D41BC}" srcId="{1DBD23ED-D780-4F32-9658-B471F95B66F0}" destId="{E4CD2BC0-2581-4573-A36A-5938E51BD431}" srcOrd="2" destOrd="0" parTransId="{7BAD3F82-C12B-4725-A3E5-A45CBB966C16}" sibTransId="{9D6B0E6A-2706-4D3D-B2FA-C7D709DBFBF4}"/>
    <dgm:cxn modelId="{3E3373A3-4ABE-4C4F-8E87-69EF076CDC7A}" type="presOf" srcId="{8A6F081F-CE28-4B7C-A728-05C38D0F6FF8}" destId="{D23BE574-70B1-4E30-A4F1-D80EC6BA0410}" srcOrd="0" destOrd="0" presId="urn:microsoft.com/office/officeart/2005/8/layout/matrix3"/>
    <dgm:cxn modelId="{D05B26A6-52F8-49C6-9402-B6A4DC869B43}" type="presOf" srcId="{5E4FE227-7449-4BE7-B677-F8CCCAD98C5A}" destId="{0A35902F-2D7F-4EA8-B593-25300991BDB3}" srcOrd="0" destOrd="0" presId="urn:microsoft.com/office/officeart/2005/8/layout/matrix3"/>
    <dgm:cxn modelId="{BC592EFF-908F-4AFE-84A3-1E10864870FD}" srcId="{1DBD23ED-D780-4F32-9658-B471F95B66F0}" destId="{5E4FE227-7449-4BE7-B677-F8CCCAD98C5A}" srcOrd="3" destOrd="0" parTransId="{F55865E8-754B-4F67-87FC-C04A88E42BA6}" sibTransId="{E9C22130-C4EC-499D-839E-221C204261D3}"/>
    <dgm:cxn modelId="{AFE3968F-CE83-4322-A528-58D957E95D6F}" type="presParOf" srcId="{EF7EF323-FF30-46EF-B78A-4CED2D6336B0}" destId="{0B9687E8-8C4B-4AA6-808F-2EA3F29CEE14}" srcOrd="0" destOrd="0" presId="urn:microsoft.com/office/officeart/2005/8/layout/matrix3"/>
    <dgm:cxn modelId="{5BD65A4B-63C8-4BAC-A9E9-906659B3C8A0}" type="presParOf" srcId="{EF7EF323-FF30-46EF-B78A-4CED2D6336B0}" destId="{D23BE574-70B1-4E30-A4F1-D80EC6BA0410}" srcOrd="1" destOrd="0" presId="urn:microsoft.com/office/officeart/2005/8/layout/matrix3"/>
    <dgm:cxn modelId="{1D3C4528-57A1-4745-8040-0640CA14E7A0}" type="presParOf" srcId="{EF7EF323-FF30-46EF-B78A-4CED2D6336B0}" destId="{F31B40A1-12E0-4DBC-BB9E-00E5E4C5913A}" srcOrd="2" destOrd="0" presId="urn:microsoft.com/office/officeart/2005/8/layout/matrix3"/>
    <dgm:cxn modelId="{B1A0DA83-D415-4E28-8211-910DE87F5A30}" type="presParOf" srcId="{EF7EF323-FF30-46EF-B78A-4CED2D6336B0}" destId="{D6B55537-7637-4FAA-BD0E-020668ED4B8F}" srcOrd="3" destOrd="0" presId="urn:microsoft.com/office/officeart/2005/8/layout/matrix3"/>
    <dgm:cxn modelId="{E5FA1A90-DDB8-4F88-8449-0BED774D7C2F}" type="presParOf" srcId="{EF7EF323-FF30-46EF-B78A-4CED2D6336B0}" destId="{0A35902F-2D7F-4EA8-B593-25300991BDB3}" srcOrd="4" destOrd="0" presId="urn:microsoft.com/office/officeart/2005/8/layout/matrix3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1936F7E9-0CC8-49E5-B5DD-199818BCB995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B8DE8B12-3611-44E9-93E6-5B38F2C9639E}">
      <dgm:prSet/>
      <dgm:spPr/>
      <dgm:t>
        <a:bodyPr/>
        <a:lstStyle/>
        <a:p>
          <a:r>
            <a:rPr lang="en-US"/>
            <a:t>• Role-based dashboards with tailored functionality.</a:t>
          </a:r>
        </a:p>
      </dgm:t>
    </dgm:pt>
    <dgm:pt modelId="{D8DDA150-E5B2-4435-B814-3E6B0294AB18}" type="parTrans" cxnId="{D01FE10D-8DDD-4CE7-8307-2CC0641C9814}">
      <dgm:prSet/>
      <dgm:spPr/>
      <dgm:t>
        <a:bodyPr/>
        <a:lstStyle/>
        <a:p>
          <a:endParaRPr lang="en-US"/>
        </a:p>
      </dgm:t>
    </dgm:pt>
    <dgm:pt modelId="{3C699B87-8BBC-40E7-B8FD-3923DD6B39E1}" type="sibTrans" cxnId="{D01FE10D-8DDD-4CE7-8307-2CC0641C9814}">
      <dgm:prSet/>
      <dgm:spPr/>
      <dgm:t>
        <a:bodyPr/>
        <a:lstStyle/>
        <a:p>
          <a:endParaRPr lang="en-US"/>
        </a:p>
      </dgm:t>
    </dgm:pt>
    <dgm:pt modelId="{F12D69B9-0093-410C-A9F0-CF36AFC2DD1E}">
      <dgm:prSet/>
      <dgm:spPr/>
      <dgm:t>
        <a:bodyPr/>
        <a:lstStyle/>
        <a:p>
          <a:r>
            <a:rPr lang="en-US"/>
            <a:t>• Automated email notifications for status changes.</a:t>
          </a:r>
        </a:p>
      </dgm:t>
    </dgm:pt>
    <dgm:pt modelId="{D7BF6545-A3AF-4748-8D26-299E671E143C}" type="parTrans" cxnId="{209A6FA5-60CE-4129-8441-29B791AB080A}">
      <dgm:prSet/>
      <dgm:spPr/>
      <dgm:t>
        <a:bodyPr/>
        <a:lstStyle/>
        <a:p>
          <a:endParaRPr lang="en-US"/>
        </a:p>
      </dgm:t>
    </dgm:pt>
    <dgm:pt modelId="{18629505-B9F7-4F57-95C2-A1E72D33DAEC}" type="sibTrans" cxnId="{209A6FA5-60CE-4129-8441-29B791AB080A}">
      <dgm:prSet/>
      <dgm:spPr/>
      <dgm:t>
        <a:bodyPr/>
        <a:lstStyle/>
        <a:p>
          <a:endParaRPr lang="en-US"/>
        </a:p>
      </dgm:t>
    </dgm:pt>
    <dgm:pt modelId="{EECD39A6-28B7-4728-9136-7C3328693578}">
      <dgm:prSet/>
      <dgm:spPr/>
      <dgm:t>
        <a:bodyPr/>
        <a:lstStyle/>
        <a:p>
          <a:r>
            <a:rPr lang="en-US"/>
            <a:t>• Coordinators/managers see prioritized claim queues.</a:t>
          </a:r>
        </a:p>
      </dgm:t>
    </dgm:pt>
    <dgm:pt modelId="{AE352912-2A3D-4BC6-A6CD-0BC98E5BBE63}" type="parTrans" cxnId="{11094AEA-392C-4FBD-86C5-E1FE0C08EA69}">
      <dgm:prSet/>
      <dgm:spPr/>
      <dgm:t>
        <a:bodyPr/>
        <a:lstStyle/>
        <a:p>
          <a:endParaRPr lang="en-US"/>
        </a:p>
      </dgm:t>
    </dgm:pt>
    <dgm:pt modelId="{7494F4E6-0BFE-447B-AEAD-0290B90FC7FB}" type="sibTrans" cxnId="{11094AEA-392C-4FBD-86C5-E1FE0C08EA69}">
      <dgm:prSet/>
      <dgm:spPr/>
      <dgm:t>
        <a:bodyPr/>
        <a:lstStyle/>
        <a:p>
          <a:endParaRPr lang="en-US"/>
        </a:p>
      </dgm:t>
    </dgm:pt>
    <dgm:pt modelId="{44951970-9E97-4BFC-AB13-598A3B4B4AA8}">
      <dgm:prSet/>
      <dgm:spPr/>
      <dgm:t>
        <a:bodyPr/>
        <a:lstStyle/>
        <a:p>
          <a:r>
            <a:rPr lang="en-US"/>
            <a:t>• HR view aggregates approved claims for payroll processing.</a:t>
          </a:r>
        </a:p>
      </dgm:t>
    </dgm:pt>
    <dgm:pt modelId="{1F573D40-EF3C-49A6-B945-E291DF42EC3A}" type="parTrans" cxnId="{D108ADE0-057D-441A-BF8D-EF89025D3F8F}">
      <dgm:prSet/>
      <dgm:spPr/>
      <dgm:t>
        <a:bodyPr/>
        <a:lstStyle/>
        <a:p>
          <a:endParaRPr lang="en-US"/>
        </a:p>
      </dgm:t>
    </dgm:pt>
    <dgm:pt modelId="{7B956C38-A3BC-48B7-8B92-E0B90A853AA1}" type="sibTrans" cxnId="{D108ADE0-057D-441A-BF8D-EF89025D3F8F}">
      <dgm:prSet/>
      <dgm:spPr/>
      <dgm:t>
        <a:bodyPr/>
        <a:lstStyle/>
        <a:p>
          <a:endParaRPr lang="en-US"/>
        </a:p>
      </dgm:t>
    </dgm:pt>
    <dgm:pt modelId="{D7B3F6B6-C6C9-4A77-BF4A-3A9E0CC9D1BE}">
      <dgm:prSet/>
      <dgm:spPr/>
      <dgm:t>
        <a:bodyPr/>
        <a:lstStyle/>
        <a:p>
          <a:r>
            <a:rPr lang="en-US"/>
            <a:t>• Reduced manual tracking and faster processing workflows.</a:t>
          </a:r>
        </a:p>
      </dgm:t>
    </dgm:pt>
    <dgm:pt modelId="{26BAB46D-87CA-4374-A3F4-7A09A2AE4B94}" type="parTrans" cxnId="{7F114968-E512-4510-9788-F299434499B0}">
      <dgm:prSet/>
      <dgm:spPr/>
      <dgm:t>
        <a:bodyPr/>
        <a:lstStyle/>
        <a:p>
          <a:endParaRPr lang="en-US"/>
        </a:p>
      </dgm:t>
    </dgm:pt>
    <dgm:pt modelId="{AD4F8A02-665C-44F4-BE9D-957B6E06E591}" type="sibTrans" cxnId="{7F114968-E512-4510-9788-F299434499B0}">
      <dgm:prSet/>
      <dgm:spPr/>
      <dgm:t>
        <a:bodyPr/>
        <a:lstStyle/>
        <a:p>
          <a:endParaRPr lang="en-US"/>
        </a:p>
      </dgm:t>
    </dgm:pt>
    <dgm:pt modelId="{CA10CC19-92DA-4218-AF3D-9B44E09AF423}" type="pres">
      <dgm:prSet presAssocID="{1936F7E9-0CC8-49E5-B5DD-199818BCB995}" presName="root" presStyleCnt="0">
        <dgm:presLayoutVars>
          <dgm:dir/>
          <dgm:resizeHandles val="exact"/>
        </dgm:presLayoutVars>
      </dgm:prSet>
      <dgm:spPr/>
    </dgm:pt>
    <dgm:pt modelId="{746A518C-F393-4576-BB56-50E1333681B4}" type="pres">
      <dgm:prSet presAssocID="{B8DE8B12-3611-44E9-93E6-5B38F2C9639E}" presName="compNode" presStyleCnt="0"/>
      <dgm:spPr/>
    </dgm:pt>
    <dgm:pt modelId="{59238EB0-EDCF-4ADC-ABB8-9F23EF3951CB}" type="pres">
      <dgm:prSet presAssocID="{B8DE8B12-3611-44E9-93E6-5B38F2C9639E}" presName="bgRect" presStyleLbl="bgShp" presStyleIdx="0" presStyleCnt="5"/>
      <dgm:spPr/>
    </dgm:pt>
    <dgm:pt modelId="{6D8026A0-770C-4A69-A561-8B45B7AC7692}" type="pres">
      <dgm:prSet presAssocID="{B8DE8B12-3611-44E9-93E6-5B38F2C9639E}" presName="iconRect" presStyleLbl="node1" presStyleIdx="0" presStyleCnt="5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ell"/>
        </a:ext>
      </dgm:extLst>
    </dgm:pt>
    <dgm:pt modelId="{4D8D2F86-CAA2-42D4-9C22-EA2551304868}" type="pres">
      <dgm:prSet presAssocID="{B8DE8B12-3611-44E9-93E6-5B38F2C9639E}" presName="spaceRect" presStyleCnt="0"/>
      <dgm:spPr/>
    </dgm:pt>
    <dgm:pt modelId="{18863CD5-0B98-4A00-AD98-28F6E267C8DF}" type="pres">
      <dgm:prSet presAssocID="{B8DE8B12-3611-44E9-93E6-5B38F2C9639E}" presName="parTx" presStyleLbl="revTx" presStyleIdx="0" presStyleCnt="5">
        <dgm:presLayoutVars>
          <dgm:chMax val="0"/>
          <dgm:chPref val="0"/>
        </dgm:presLayoutVars>
      </dgm:prSet>
      <dgm:spPr/>
    </dgm:pt>
    <dgm:pt modelId="{A0D83EEF-DE9C-416B-A7DD-557DA991B91F}" type="pres">
      <dgm:prSet presAssocID="{3C699B87-8BBC-40E7-B8FD-3923DD6B39E1}" presName="sibTrans" presStyleCnt="0"/>
      <dgm:spPr/>
    </dgm:pt>
    <dgm:pt modelId="{D7893AC7-668E-406B-B6F6-FEB52CEA1862}" type="pres">
      <dgm:prSet presAssocID="{F12D69B9-0093-410C-A9F0-CF36AFC2DD1E}" presName="compNode" presStyleCnt="0"/>
      <dgm:spPr/>
    </dgm:pt>
    <dgm:pt modelId="{7D0AAC21-71E2-44DB-AC70-B0D480197414}" type="pres">
      <dgm:prSet presAssocID="{F12D69B9-0093-410C-A9F0-CF36AFC2DD1E}" presName="bgRect" presStyleLbl="bgShp" presStyleIdx="1" presStyleCnt="5"/>
      <dgm:spPr/>
    </dgm:pt>
    <dgm:pt modelId="{2E975C3A-9E4E-468D-B37A-A90917FA2010}" type="pres">
      <dgm:prSet presAssocID="{F12D69B9-0093-410C-A9F0-CF36AFC2DD1E}" presName="iconRect" presStyleLbl="node1" presStyleIdx="1" presStyleCnt="5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Envelope"/>
        </a:ext>
      </dgm:extLst>
    </dgm:pt>
    <dgm:pt modelId="{E5F08FD5-BC21-4E70-9F22-A9DF48018928}" type="pres">
      <dgm:prSet presAssocID="{F12D69B9-0093-410C-A9F0-CF36AFC2DD1E}" presName="spaceRect" presStyleCnt="0"/>
      <dgm:spPr/>
    </dgm:pt>
    <dgm:pt modelId="{31BABEF1-E86E-4739-A794-F7BCC46751AA}" type="pres">
      <dgm:prSet presAssocID="{F12D69B9-0093-410C-A9F0-CF36AFC2DD1E}" presName="parTx" presStyleLbl="revTx" presStyleIdx="1" presStyleCnt="5">
        <dgm:presLayoutVars>
          <dgm:chMax val="0"/>
          <dgm:chPref val="0"/>
        </dgm:presLayoutVars>
      </dgm:prSet>
      <dgm:spPr/>
    </dgm:pt>
    <dgm:pt modelId="{3A170DFC-30AC-486D-8520-321037F60FB5}" type="pres">
      <dgm:prSet presAssocID="{18629505-B9F7-4F57-95C2-A1E72D33DAEC}" presName="sibTrans" presStyleCnt="0"/>
      <dgm:spPr/>
    </dgm:pt>
    <dgm:pt modelId="{52BD1E66-A27D-4D40-9BC7-085B923CF2B0}" type="pres">
      <dgm:prSet presAssocID="{EECD39A6-28B7-4728-9136-7C3328693578}" presName="compNode" presStyleCnt="0"/>
      <dgm:spPr/>
    </dgm:pt>
    <dgm:pt modelId="{4C941377-2E67-445F-B029-798342019218}" type="pres">
      <dgm:prSet presAssocID="{EECD39A6-28B7-4728-9136-7C3328693578}" presName="bgRect" presStyleLbl="bgShp" presStyleIdx="2" presStyleCnt="5"/>
      <dgm:spPr/>
    </dgm:pt>
    <dgm:pt modelId="{B8132360-3937-4E96-958D-9EE884184E7A}" type="pres">
      <dgm:prSet presAssocID="{EECD39A6-28B7-4728-9136-7C3328693578}" presName="iconRect" presStyleLbl="node1" presStyleIdx="2" presStyleCnt="5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ierarchy"/>
        </a:ext>
      </dgm:extLst>
    </dgm:pt>
    <dgm:pt modelId="{CC57985F-EFD2-4A86-9682-818AF6CF300C}" type="pres">
      <dgm:prSet presAssocID="{EECD39A6-28B7-4728-9136-7C3328693578}" presName="spaceRect" presStyleCnt="0"/>
      <dgm:spPr/>
    </dgm:pt>
    <dgm:pt modelId="{54629D5D-CC5C-471A-8567-DAB92D939E94}" type="pres">
      <dgm:prSet presAssocID="{EECD39A6-28B7-4728-9136-7C3328693578}" presName="parTx" presStyleLbl="revTx" presStyleIdx="2" presStyleCnt="5">
        <dgm:presLayoutVars>
          <dgm:chMax val="0"/>
          <dgm:chPref val="0"/>
        </dgm:presLayoutVars>
      </dgm:prSet>
      <dgm:spPr/>
    </dgm:pt>
    <dgm:pt modelId="{447D239F-C813-4414-8418-AB3FBED08963}" type="pres">
      <dgm:prSet presAssocID="{7494F4E6-0BFE-447B-AEAD-0290B90FC7FB}" presName="sibTrans" presStyleCnt="0"/>
      <dgm:spPr/>
    </dgm:pt>
    <dgm:pt modelId="{2E9FA86D-DB44-4017-AA3D-CFDBB8379953}" type="pres">
      <dgm:prSet presAssocID="{44951970-9E97-4BFC-AB13-598A3B4B4AA8}" presName="compNode" presStyleCnt="0"/>
      <dgm:spPr/>
    </dgm:pt>
    <dgm:pt modelId="{F4C841D8-B89E-4866-86EA-F352B74AE0A5}" type="pres">
      <dgm:prSet presAssocID="{44951970-9E97-4BFC-AB13-598A3B4B4AA8}" presName="bgRect" presStyleLbl="bgShp" presStyleIdx="3" presStyleCnt="5"/>
      <dgm:spPr/>
    </dgm:pt>
    <dgm:pt modelId="{E3F2639E-D612-4D97-A042-3353EA104D6C}" type="pres">
      <dgm:prSet presAssocID="{44951970-9E97-4BFC-AB13-598A3B4B4AA8}" presName="iconRect" presStyleLbl="node1" presStyleIdx="3" presStyleCnt="5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ank Check"/>
        </a:ext>
      </dgm:extLst>
    </dgm:pt>
    <dgm:pt modelId="{CFEA5925-7ABA-4084-A67D-7D5288054FC3}" type="pres">
      <dgm:prSet presAssocID="{44951970-9E97-4BFC-AB13-598A3B4B4AA8}" presName="spaceRect" presStyleCnt="0"/>
      <dgm:spPr/>
    </dgm:pt>
    <dgm:pt modelId="{F1215BCB-4FF2-4239-8188-62D33B76CC87}" type="pres">
      <dgm:prSet presAssocID="{44951970-9E97-4BFC-AB13-598A3B4B4AA8}" presName="parTx" presStyleLbl="revTx" presStyleIdx="3" presStyleCnt="5">
        <dgm:presLayoutVars>
          <dgm:chMax val="0"/>
          <dgm:chPref val="0"/>
        </dgm:presLayoutVars>
      </dgm:prSet>
      <dgm:spPr/>
    </dgm:pt>
    <dgm:pt modelId="{69C10D73-87AB-4B45-9BB4-E988DF8CBDFF}" type="pres">
      <dgm:prSet presAssocID="{7B956C38-A3BC-48B7-8B92-E0B90A853AA1}" presName="sibTrans" presStyleCnt="0"/>
      <dgm:spPr/>
    </dgm:pt>
    <dgm:pt modelId="{986F19B7-0389-4812-A0AD-03D3645C7E94}" type="pres">
      <dgm:prSet presAssocID="{D7B3F6B6-C6C9-4A77-BF4A-3A9E0CC9D1BE}" presName="compNode" presStyleCnt="0"/>
      <dgm:spPr/>
    </dgm:pt>
    <dgm:pt modelId="{0DDE39FD-39D6-4589-942D-24C75E2BBEED}" type="pres">
      <dgm:prSet presAssocID="{D7B3F6B6-C6C9-4A77-BF4A-3A9E0CC9D1BE}" presName="bgRect" presStyleLbl="bgShp" presStyleIdx="4" presStyleCnt="5"/>
      <dgm:spPr/>
    </dgm:pt>
    <dgm:pt modelId="{89047E8D-1596-413D-904D-D71C48D296AF}" type="pres">
      <dgm:prSet presAssocID="{D7B3F6B6-C6C9-4A77-BF4A-3A9E0CC9D1BE}" presName="iconRect" presStyleLbl="node1" presStyleIdx="4" presStyleCnt="5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topwatch"/>
        </a:ext>
      </dgm:extLst>
    </dgm:pt>
    <dgm:pt modelId="{1EE51284-2B67-44DE-98AC-7E2A50937130}" type="pres">
      <dgm:prSet presAssocID="{D7B3F6B6-C6C9-4A77-BF4A-3A9E0CC9D1BE}" presName="spaceRect" presStyleCnt="0"/>
      <dgm:spPr/>
    </dgm:pt>
    <dgm:pt modelId="{3E8C29C4-A4BA-4ECD-B32C-CBE023437F50}" type="pres">
      <dgm:prSet presAssocID="{D7B3F6B6-C6C9-4A77-BF4A-3A9E0CC9D1BE}" presName="parTx" presStyleLbl="revTx" presStyleIdx="4" presStyleCnt="5">
        <dgm:presLayoutVars>
          <dgm:chMax val="0"/>
          <dgm:chPref val="0"/>
        </dgm:presLayoutVars>
      </dgm:prSet>
      <dgm:spPr/>
    </dgm:pt>
  </dgm:ptLst>
  <dgm:cxnLst>
    <dgm:cxn modelId="{D01FE10D-8DDD-4CE7-8307-2CC0641C9814}" srcId="{1936F7E9-0CC8-49E5-B5DD-199818BCB995}" destId="{B8DE8B12-3611-44E9-93E6-5B38F2C9639E}" srcOrd="0" destOrd="0" parTransId="{D8DDA150-E5B2-4435-B814-3E6B0294AB18}" sibTransId="{3C699B87-8BBC-40E7-B8FD-3923DD6B39E1}"/>
    <dgm:cxn modelId="{3C03C217-1FB6-4F54-BFFD-429432AC573F}" type="presOf" srcId="{D7B3F6B6-C6C9-4A77-BF4A-3A9E0CC9D1BE}" destId="{3E8C29C4-A4BA-4ECD-B32C-CBE023437F50}" srcOrd="0" destOrd="0" presId="urn:microsoft.com/office/officeart/2018/2/layout/IconVerticalSolidList"/>
    <dgm:cxn modelId="{29AC7266-D83A-45D6-B308-57D8F0DE3F2B}" type="presOf" srcId="{F12D69B9-0093-410C-A9F0-CF36AFC2DD1E}" destId="{31BABEF1-E86E-4739-A794-F7BCC46751AA}" srcOrd="0" destOrd="0" presId="urn:microsoft.com/office/officeart/2018/2/layout/IconVerticalSolidList"/>
    <dgm:cxn modelId="{7F114968-E512-4510-9788-F299434499B0}" srcId="{1936F7E9-0CC8-49E5-B5DD-199818BCB995}" destId="{D7B3F6B6-C6C9-4A77-BF4A-3A9E0CC9D1BE}" srcOrd="4" destOrd="0" parTransId="{26BAB46D-87CA-4374-A3F4-7A09A2AE4B94}" sibTransId="{AD4F8A02-665C-44F4-BE9D-957B6E06E591}"/>
    <dgm:cxn modelId="{BD44EB6C-EE86-4749-8859-03B50B630FE9}" type="presOf" srcId="{B8DE8B12-3611-44E9-93E6-5B38F2C9639E}" destId="{18863CD5-0B98-4A00-AD98-28F6E267C8DF}" srcOrd="0" destOrd="0" presId="urn:microsoft.com/office/officeart/2018/2/layout/IconVerticalSolidList"/>
    <dgm:cxn modelId="{3200698D-8BA5-48BF-8B09-CFADA947F05E}" type="presOf" srcId="{44951970-9E97-4BFC-AB13-598A3B4B4AA8}" destId="{F1215BCB-4FF2-4239-8188-62D33B76CC87}" srcOrd="0" destOrd="0" presId="urn:microsoft.com/office/officeart/2018/2/layout/IconVerticalSolidList"/>
    <dgm:cxn modelId="{DC2164A5-A77C-45B9-84DC-9E72742621F8}" type="presOf" srcId="{1936F7E9-0CC8-49E5-B5DD-199818BCB995}" destId="{CA10CC19-92DA-4218-AF3D-9B44E09AF423}" srcOrd="0" destOrd="0" presId="urn:microsoft.com/office/officeart/2018/2/layout/IconVerticalSolidList"/>
    <dgm:cxn modelId="{209A6FA5-60CE-4129-8441-29B791AB080A}" srcId="{1936F7E9-0CC8-49E5-B5DD-199818BCB995}" destId="{F12D69B9-0093-410C-A9F0-CF36AFC2DD1E}" srcOrd="1" destOrd="0" parTransId="{D7BF6545-A3AF-4748-8D26-299E671E143C}" sibTransId="{18629505-B9F7-4F57-95C2-A1E72D33DAEC}"/>
    <dgm:cxn modelId="{7ECF48B3-54D8-4365-9D30-B3348F4726C7}" type="presOf" srcId="{EECD39A6-28B7-4728-9136-7C3328693578}" destId="{54629D5D-CC5C-471A-8567-DAB92D939E94}" srcOrd="0" destOrd="0" presId="urn:microsoft.com/office/officeart/2018/2/layout/IconVerticalSolidList"/>
    <dgm:cxn modelId="{D108ADE0-057D-441A-BF8D-EF89025D3F8F}" srcId="{1936F7E9-0CC8-49E5-B5DD-199818BCB995}" destId="{44951970-9E97-4BFC-AB13-598A3B4B4AA8}" srcOrd="3" destOrd="0" parTransId="{1F573D40-EF3C-49A6-B945-E291DF42EC3A}" sibTransId="{7B956C38-A3BC-48B7-8B92-E0B90A853AA1}"/>
    <dgm:cxn modelId="{11094AEA-392C-4FBD-86C5-E1FE0C08EA69}" srcId="{1936F7E9-0CC8-49E5-B5DD-199818BCB995}" destId="{EECD39A6-28B7-4728-9136-7C3328693578}" srcOrd="2" destOrd="0" parTransId="{AE352912-2A3D-4BC6-A6CD-0BC98E5BBE63}" sibTransId="{7494F4E6-0BFE-447B-AEAD-0290B90FC7FB}"/>
    <dgm:cxn modelId="{D57D3F1B-44DD-4994-AFD1-491C3BED5242}" type="presParOf" srcId="{CA10CC19-92DA-4218-AF3D-9B44E09AF423}" destId="{746A518C-F393-4576-BB56-50E1333681B4}" srcOrd="0" destOrd="0" presId="urn:microsoft.com/office/officeart/2018/2/layout/IconVerticalSolidList"/>
    <dgm:cxn modelId="{3485287E-3E41-4E33-B729-F711591BC44C}" type="presParOf" srcId="{746A518C-F393-4576-BB56-50E1333681B4}" destId="{59238EB0-EDCF-4ADC-ABB8-9F23EF3951CB}" srcOrd="0" destOrd="0" presId="urn:microsoft.com/office/officeart/2018/2/layout/IconVerticalSolidList"/>
    <dgm:cxn modelId="{A6169442-0095-4BBB-B27A-6CD7E0FDC15F}" type="presParOf" srcId="{746A518C-F393-4576-BB56-50E1333681B4}" destId="{6D8026A0-770C-4A69-A561-8B45B7AC7692}" srcOrd="1" destOrd="0" presId="urn:microsoft.com/office/officeart/2018/2/layout/IconVerticalSolidList"/>
    <dgm:cxn modelId="{9FF7788A-D9E2-4A78-BF61-82E5C096D7D4}" type="presParOf" srcId="{746A518C-F393-4576-BB56-50E1333681B4}" destId="{4D8D2F86-CAA2-42D4-9C22-EA2551304868}" srcOrd="2" destOrd="0" presId="urn:microsoft.com/office/officeart/2018/2/layout/IconVerticalSolidList"/>
    <dgm:cxn modelId="{C9C9B606-49DA-4AB0-B28E-A19CA5AFDA45}" type="presParOf" srcId="{746A518C-F393-4576-BB56-50E1333681B4}" destId="{18863CD5-0B98-4A00-AD98-28F6E267C8DF}" srcOrd="3" destOrd="0" presId="urn:microsoft.com/office/officeart/2018/2/layout/IconVerticalSolidList"/>
    <dgm:cxn modelId="{47FA4D2D-0D9C-4905-8B63-49FC7BFCB9ED}" type="presParOf" srcId="{CA10CC19-92DA-4218-AF3D-9B44E09AF423}" destId="{A0D83EEF-DE9C-416B-A7DD-557DA991B91F}" srcOrd="1" destOrd="0" presId="urn:microsoft.com/office/officeart/2018/2/layout/IconVerticalSolidList"/>
    <dgm:cxn modelId="{1E74085C-77B5-4D56-ACA6-D087D6CB05BD}" type="presParOf" srcId="{CA10CC19-92DA-4218-AF3D-9B44E09AF423}" destId="{D7893AC7-668E-406B-B6F6-FEB52CEA1862}" srcOrd="2" destOrd="0" presId="urn:microsoft.com/office/officeart/2018/2/layout/IconVerticalSolidList"/>
    <dgm:cxn modelId="{3980CB08-1CC8-4945-BB9A-1A571BD4D073}" type="presParOf" srcId="{D7893AC7-668E-406B-B6F6-FEB52CEA1862}" destId="{7D0AAC21-71E2-44DB-AC70-B0D480197414}" srcOrd="0" destOrd="0" presId="urn:microsoft.com/office/officeart/2018/2/layout/IconVerticalSolidList"/>
    <dgm:cxn modelId="{1D20EDBA-8A05-4458-BD8B-D8240AA3B64E}" type="presParOf" srcId="{D7893AC7-668E-406B-B6F6-FEB52CEA1862}" destId="{2E975C3A-9E4E-468D-B37A-A90917FA2010}" srcOrd="1" destOrd="0" presId="urn:microsoft.com/office/officeart/2018/2/layout/IconVerticalSolidList"/>
    <dgm:cxn modelId="{88D555A0-5BBF-40F0-B544-217D479B6BC6}" type="presParOf" srcId="{D7893AC7-668E-406B-B6F6-FEB52CEA1862}" destId="{E5F08FD5-BC21-4E70-9F22-A9DF48018928}" srcOrd="2" destOrd="0" presId="urn:microsoft.com/office/officeart/2018/2/layout/IconVerticalSolidList"/>
    <dgm:cxn modelId="{98C93C50-ED6D-4090-959A-0CDAFF3FFD47}" type="presParOf" srcId="{D7893AC7-668E-406B-B6F6-FEB52CEA1862}" destId="{31BABEF1-E86E-4739-A794-F7BCC46751AA}" srcOrd="3" destOrd="0" presId="urn:microsoft.com/office/officeart/2018/2/layout/IconVerticalSolidList"/>
    <dgm:cxn modelId="{60DF3627-0DD8-4F46-8040-2AC4E1FB15D7}" type="presParOf" srcId="{CA10CC19-92DA-4218-AF3D-9B44E09AF423}" destId="{3A170DFC-30AC-486D-8520-321037F60FB5}" srcOrd="3" destOrd="0" presId="urn:microsoft.com/office/officeart/2018/2/layout/IconVerticalSolidList"/>
    <dgm:cxn modelId="{C9720FEB-5F13-4EE0-9DDE-FD4052996C1C}" type="presParOf" srcId="{CA10CC19-92DA-4218-AF3D-9B44E09AF423}" destId="{52BD1E66-A27D-4D40-9BC7-085B923CF2B0}" srcOrd="4" destOrd="0" presId="urn:microsoft.com/office/officeart/2018/2/layout/IconVerticalSolidList"/>
    <dgm:cxn modelId="{A94A68D2-2F64-432D-8289-908212161594}" type="presParOf" srcId="{52BD1E66-A27D-4D40-9BC7-085B923CF2B0}" destId="{4C941377-2E67-445F-B029-798342019218}" srcOrd="0" destOrd="0" presId="urn:microsoft.com/office/officeart/2018/2/layout/IconVerticalSolidList"/>
    <dgm:cxn modelId="{CEF52F3E-DC6D-4CCB-90F0-3F822E463646}" type="presParOf" srcId="{52BD1E66-A27D-4D40-9BC7-085B923CF2B0}" destId="{B8132360-3937-4E96-958D-9EE884184E7A}" srcOrd="1" destOrd="0" presId="urn:microsoft.com/office/officeart/2018/2/layout/IconVerticalSolidList"/>
    <dgm:cxn modelId="{F81A002E-54AF-4302-BAEF-438673BD2D8B}" type="presParOf" srcId="{52BD1E66-A27D-4D40-9BC7-085B923CF2B0}" destId="{CC57985F-EFD2-4A86-9682-818AF6CF300C}" srcOrd="2" destOrd="0" presId="urn:microsoft.com/office/officeart/2018/2/layout/IconVerticalSolidList"/>
    <dgm:cxn modelId="{5B753E2F-630F-43B2-ADA7-64D3B1B4F545}" type="presParOf" srcId="{52BD1E66-A27D-4D40-9BC7-085B923CF2B0}" destId="{54629D5D-CC5C-471A-8567-DAB92D939E94}" srcOrd="3" destOrd="0" presId="urn:microsoft.com/office/officeart/2018/2/layout/IconVerticalSolidList"/>
    <dgm:cxn modelId="{EDEC8B31-7CB3-4398-AB2F-37EF137DC7B1}" type="presParOf" srcId="{CA10CC19-92DA-4218-AF3D-9B44E09AF423}" destId="{447D239F-C813-4414-8418-AB3FBED08963}" srcOrd="5" destOrd="0" presId="urn:microsoft.com/office/officeart/2018/2/layout/IconVerticalSolidList"/>
    <dgm:cxn modelId="{1362E7BC-7B87-4B3E-B828-F6BDFD295C56}" type="presParOf" srcId="{CA10CC19-92DA-4218-AF3D-9B44E09AF423}" destId="{2E9FA86D-DB44-4017-AA3D-CFDBB8379953}" srcOrd="6" destOrd="0" presId="urn:microsoft.com/office/officeart/2018/2/layout/IconVerticalSolidList"/>
    <dgm:cxn modelId="{30A8A1CA-1A81-40E4-B8E9-49F2F8F8E4DF}" type="presParOf" srcId="{2E9FA86D-DB44-4017-AA3D-CFDBB8379953}" destId="{F4C841D8-B89E-4866-86EA-F352B74AE0A5}" srcOrd="0" destOrd="0" presId="urn:microsoft.com/office/officeart/2018/2/layout/IconVerticalSolidList"/>
    <dgm:cxn modelId="{9F8DCFE7-3887-45B5-A2ED-EAC0C0C7CCC3}" type="presParOf" srcId="{2E9FA86D-DB44-4017-AA3D-CFDBB8379953}" destId="{E3F2639E-D612-4D97-A042-3353EA104D6C}" srcOrd="1" destOrd="0" presId="urn:microsoft.com/office/officeart/2018/2/layout/IconVerticalSolidList"/>
    <dgm:cxn modelId="{18E32D8E-A5AA-4268-9912-85746F9C3F2B}" type="presParOf" srcId="{2E9FA86D-DB44-4017-AA3D-CFDBB8379953}" destId="{CFEA5925-7ABA-4084-A67D-7D5288054FC3}" srcOrd="2" destOrd="0" presId="urn:microsoft.com/office/officeart/2018/2/layout/IconVerticalSolidList"/>
    <dgm:cxn modelId="{DD1B1CA6-4EA0-42D8-AFCE-E52EDE0789C7}" type="presParOf" srcId="{2E9FA86D-DB44-4017-AA3D-CFDBB8379953}" destId="{F1215BCB-4FF2-4239-8188-62D33B76CC87}" srcOrd="3" destOrd="0" presId="urn:microsoft.com/office/officeart/2018/2/layout/IconVerticalSolidList"/>
    <dgm:cxn modelId="{B547441A-8C6E-439F-8F56-14C1E3B04A6D}" type="presParOf" srcId="{CA10CC19-92DA-4218-AF3D-9B44E09AF423}" destId="{69C10D73-87AB-4B45-9BB4-E988DF8CBDFF}" srcOrd="7" destOrd="0" presId="urn:microsoft.com/office/officeart/2018/2/layout/IconVerticalSolidList"/>
    <dgm:cxn modelId="{4B73F081-8621-4E33-9722-503EF41EC5F9}" type="presParOf" srcId="{CA10CC19-92DA-4218-AF3D-9B44E09AF423}" destId="{986F19B7-0389-4812-A0AD-03D3645C7E94}" srcOrd="8" destOrd="0" presId="urn:microsoft.com/office/officeart/2018/2/layout/IconVerticalSolidList"/>
    <dgm:cxn modelId="{B9F5D323-AF7B-43E0-91C5-4DEFB5CC447A}" type="presParOf" srcId="{986F19B7-0389-4812-A0AD-03D3645C7E94}" destId="{0DDE39FD-39D6-4589-942D-24C75E2BBEED}" srcOrd="0" destOrd="0" presId="urn:microsoft.com/office/officeart/2018/2/layout/IconVerticalSolidList"/>
    <dgm:cxn modelId="{4326F94F-89E1-42C1-A214-41097A4AE3A9}" type="presParOf" srcId="{986F19B7-0389-4812-A0AD-03D3645C7E94}" destId="{89047E8D-1596-413D-904D-D71C48D296AF}" srcOrd="1" destOrd="0" presId="urn:microsoft.com/office/officeart/2018/2/layout/IconVerticalSolidList"/>
    <dgm:cxn modelId="{30CC6251-FEC4-40D8-B248-08445E58D822}" type="presParOf" srcId="{986F19B7-0389-4812-A0AD-03D3645C7E94}" destId="{1EE51284-2B67-44DE-98AC-7E2A50937130}" srcOrd="2" destOrd="0" presId="urn:microsoft.com/office/officeart/2018/2/layout/IconVerticalSolidList"/>
    <dgm:cxn modelId="{7ECB5299-3CF4-4CBD-820F-AB5E310B7F24}" type="presParOf" srcId="{986F19B7-0389-4812-A0AD-03D3645C7E94}" destId="{3E8C29C4-A4BA-4ECD-B32C-CBE023437F50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917B0DD-D0DD-4800-A7C7-80A498535E18}">
      <dsp:nvSpPr>
        <dsp:cNvPr id="0" name=""/>
        <dsp:cNvSpPr/>
      </dsp:nvSpPr>
      <dsp:spPr>
        <a:xfrm>
          <a:off x="350687" y="689249"/>
          <a:ext cx="1093710" cy="1093710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0BD7701-EBB0-4FFC-BB36-B2D4A1731686}">
      <dsp:nvSpPr>
        <dsp:cNvPr id="0" name=""/>
        <dsp:cNvSpPr/>
      </dsp:nvSpPr>
      <dsp:spPr>
        <a:xfrm>
          <a:off x="583773" y="922335"/>
          <a:ext cx="627539" cy="627539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AB967DC-F682-42C9-BD4F-791A0C0D8767}">
      <dsp:nvSpPr>
        <dsp:cNvPr id="0" name=""/>
        <dsp:cNvSpPr/>
      </dsp:nvSpPr>
      <dsp:spPr>
        <a:xfrm>
          <a:off x="1058" y="2123624"/>
          <a:ext cx="1792968" cy="71718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200" kern="1200"/>
            <a:t>• Lecturers log in and complete a claim form.</a:t>
          </a:r>
        </a:p>
      </dsp:txBody>
      <dsp:txXfrm>
        <a:off x="1058" y="2123624"/>
        <a:ext cx="1792968" cy="717187"/>
      </dsp:txXfrm>
    </dsp:sp>
    <dsp:sp modelId="{24AD1B9B-F387-4107-BD64-8F1185A854A1}">
      <dsp:nvSpPr>
        <dsp:cNvPr id="0" name=""/>
        <dsp:cNvSpPr/>
      </dsp:nvSpPr>
      <dsp:spPr>
        <a:xfrm>
          <a:off x="2457425" y="689249"/>
          <a:ext cx="1093710" cy="1093710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10E4C87-2C69-49EC-8D42-AF3E73F6779E}">
      <dsp:nvSpPr>
        <dsp:cNvPr id="0" name=""/>
        <dsp:cNvSpPr/>
      </dsp:nvSpPr>
      <dsp:spPr>
        <a:xfrm>
          <a:off x="2690511" y="922335"/>
          <a:ext cx="627539" cy="627539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008BC8B-501E-4A41-ADFA-B0C22E63F7CD}">
      <dsp:nvSpPr>
        <dsp:cNvPr id="0" name=""/>
        <dsp:cNvSpPr/>
      </dsp:nvSpPr>
      <dsp:spPr>
        <a:xfrm>
          <a:off x="2107796" y="2123624"/>
          <a:ext cx="1792968" cy="71718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200" kern="1200"/>
            <a:t>• Upload supporting documents (PDF, images).</a:t>
          </a:r>
        </a:p>
      </dsp:txBody>
      <dsp:txXfrm>
        <a:off x="2107796" y="2123624"/>
        <a:ext cx="1792968" cy="717187"/>
      </dsp:txXfrm>
    </dsp:sp>
    <dsp:sp modelId="{92DAD477-EF06-4479-B993-4A5F70017DDA}">
      <dsp:nvSpPr>
        <dsp:cNvPr id="0" name=""/>
        <dsp:cNvSpPr/>
      </dsp:nvSpPr>
      <dsp:spPr>
        <a:xfrm>
          <a:off x="4564163" y="689249"/>
          <a:ext cx="1093710" cy="1093710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8CBA921-8C6D-4AE5-A58C-47B6747E5EC7}">
      <dsp:nvSpPr>
        <dsp:cNvPr id="0" name=""/>
        <dsp:cNvSpPr/>
      </dsp:nvSpPr>
      <dsp:spPr>
        <a:xfrm>
          <a:off x="4797249" y="922335"/>
          <a:ext cx="627539" cy="627539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76533DA-95A3-4ACD-AE74-0E691BCE1DFE}">
      <dsp:nvSpPr>
        <dsp:cNvPr id="0" name=""/>
        <dsp:cNvSpPr/>
      </dsp:nvSpPr>
      <dsp:spPr>
        <a:xfrm>
          <a:off x="4214534" y="2123624"/>
          <a:ext cx="1792968" cy="71718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200" kern="1200"/>
            <a:t>• System validates required fields before submission.</a:t>
          </a:r>
        </a:p>
      </dsp:txBody>
      <dsp:txXfrm>
        <a:off x="4214534" y="2123624"/>
        <a:ext cx="1792968" cy="717187"/>
      </dsp:txXfrm>
    </dsp:sp>
    <dsp:sp modelId="{0B2A9E2A-ACD7-4521-B35A-149DFD6A0737}">
      <dsp:nvSpPr>
        <dsp:cNvPr id="0" name=""/>
        <dsp:cNvSpPr/>
      </dsp:nvSpPr>
      <dsp:spPr>
        <a:xfrm>
          <a:off x="6670901" y="689249"/>
          <a:ext cx="1093710" cy="1093710"/>
        </a:xfrm>
        <a:prstGeom prst="ellips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1CC9A3C-A087-4913-BE54-B0112B71490B}">
      <dsp:nvSpPr>
        <dsp:cNvPr id="0" name=""/>
        <dsp:cNvSpPr/>
      </dsp:nvSpPr>
      <dsp:spPr>
        <a:xfrm>
          <a:off x="6903987" y="922335"/>
          <a:ext cx="627539" cy="627539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08DBC1A-E31F-465D-9DFF-3B50E49BEFCD}">
      <dsp:nvSpPr>
        <dsp:cNvPr id="0" name=""/>
        <dsp:cNvSpPr/>
      </dsp:nvSpPr>
      <dsp:spPr>
        <a:xfrm>
          <a:off x="6321273" y="2123624"/>
          <a:ext cx="1792968" cy="71718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200" kern="1200"/>
            <a:t>• Claim stored in the database with 'Pending' status.</a:t>
          </a:r>
        </a:p>
      </dsp:txBody>
      <dsp:txXfrm>
        <a:off x="6321273" y="2123624"/>
        <a:ext cx="1792968" cy="717187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376B892-8ABE-4155-9698-D36C6F96DD19}">
      <dsp:nvSpPr>
        <dsp:cNvPr id="0" name=""/>
        <dsp:cNvSpPr/>
      </dsp:nvSpPr>
      <dsp:spPr>
        <a:xfrm>
          <a:off x="1413837" y="2489"/>
          <a:ext cx="2203177" cy="1321906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96000"/>
                <a:satMod val="100000"/>
                <a:lumMod val="104000"/>
              </a:schemeClr>
            </a:gs>
            <a:gs pos="78000">
              <a:schemeClr val="accent2">
                <a:hueOff val="0"/>
                <a:satOff val="0"/>
                <a:lumOff val="0"/>
                <a:alphaOff val="0"/>
                <a:shade val="100000"/>
                <a:satMod val="110000"/>
                <a:lumMod val="100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>
            <a:rot lat="0" lon="0" rev="0"/>
          </a:camera>
          <a:lightRig rig="threePt" dir="t"/>
        </a:scene3d>
        <a:sp3d>
          <a:bevelT w="25400" h="12700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• Coordinators and managers log in to view all pending claims.</a:t>
          </a:r>
        </a:p>
      </dsp:txBody>
      <dsp:txXfrm>
        <a:off x="1452554" y="41206"/>
        <a:ext cx="2125743" cy="1244472"/>
      </dsp:txXfrm>
    </dsp:sp>
    <dsp:sp modelId="{0562A177-8683-4174-BED1-7C628AC3615F}">
      <dsp:nvSpPr>
        <dsp:cNvPr id="0" name=""/>
        <dsp:cNvSpPr/>
      </dsp:nvSpPr>
      <dsp:spPr>
        <a:xfrm>
          <a:off x="3810894" y="390248"/>
          <a:ext cx="467073" cy="546387"/>
        </a:xfrm>
        <a:prstGeom prst="rightArrow">
          <a:avLst>
            <a:gd name="adj1" fmla="val 60000"/>
            <a:gd name="adj2" fmla="val 50000"/>
          </a:avLst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96000"/>
                <a:satMod val="100000"/>
                <a:lumMod val="104000"/>
              </a:schemeClr>
            </a:gs>
            <a:gs pos="78000">
              <a:schemeClr val="accent2">
                <a:hueOff val="0"/>
                <a:satOff val="0"/>
                <a:lumOff val="0"/>
                <a:alphaOff val="0"/>
                <a:shade val="100000"/>
                <a:satMod val="110000"/>
                <a:lumMod val="100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>
            <a:rot lat="0" lon="0" rev="0"/>
          </a:camera>
          <a:lightRig rig="threePt" dir="t"/>
        </a:scene3d>
        <a:sp3d>
          <a:bevelT w="25400" h="12700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500" kern="1200"/>
        </a:p>
      </dsp:txBody>
      <dsp:txXfrm>
        <a:off x="3810894" y="499525"/>
        <a:ext cx="326951" cy="327833"/>
      </dsp:txXfrm>
    </dsp:sp>
    <dsp:sp modelId="{EAC27053-21B4-478C-9A65-A25DBEA29806}">
      <dsp:nvSpPr>
        <dsp:cNvPr id="0" name=""/>
        <dsp:cNvSpPr/>
      </dsp:nvSpPr>
      <dsp:spPr>
        <a:xfrm>
          <a:off x="4498285" y="2489"/>
          <a:ext cx="2203177" cy="1321906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tint val="96000"/>
                <a:satMod val="100000"/>
                <a:lumMod val="104000"/>
              </a:schemeClr>
            </a:gs>
            <a:gs pos="78000">
              <a:schemeClr val="accent3">
                <a:hueOff val="0"/>
                <a:satOff val="0"/>
                <a:lumOff val="0"/>
                <a:alphaOff val="0"/>
                <a:shade val="100000"/>
                <a:satMod val="110000"/>
                <a:lumMod val="100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>
            <a:rot lat="0" lon="0" rev="0"/>
          </a:camera>
          <a:lightRig rig="threePt" dir="t"/>
        </a:scene3d>
        <a:sp3d>
          <a:bevelT w="25400" h="12700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• They can approve, reject, or return claims for correction.</a:t>
          </a:r>
        </a:p>
      </dsp:txBody>
      <dsp:txXfrm>
        <a:off x="4537002" y="41206"/>
        <a:ext cx="2125743" cy="1244472"/>
      </dsp:txXfrm>
    </dsp:sp>
    <dsp:sp modelId="{A312D55E-72C4-4736-A57A-E00F7FF7F290}">
      <dsp:nvSpPr>
        <dsp:cNvPr id="0" name=""/>
        <dsp:cNvSpPr/>
      </dsp:nvSpPr>
      <dsp:spPr>
        <a:xfrm rot="5400000">
          <a:off x="5366337" y="1478617"/>
          <a:ext cx="467073" cy="546387"/>
        </a:xfrm>
        <a:prstGeom prst="rightArrow">
          <a:avLst>
            <a:gd name="adj1" fmla="val 60000"/>
            <a:gd name="adj2" fmla="val 50000"/>
          </a:avLst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tint val="96000"/>
                <a:satMod val="100000"/>
                <a:lumMod val="104000"/>
              </a:schemeClr>
            </a:gs>
            <a:gs pos="78000">
              <a:schemeClr val="accent3">
                <a:hueOff val="0"/>
                <a:satOff val="0"/>
                <a:lumOff val="0"/>
                <a:alphaOff val="0"/>
                <a:shade val="100000"/>
                <a:satMod val="110000"/>
                <a:lumMod val="100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>
            <a:rot lat="0" lon="0" rev="0"/>
          </a:camera>
          <a:lightRig rig="threePt" dir="t"/>
        </a:scene3d>
        <a:sp3d>
          <a:bevelT w="25400" h="12700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500" kern="1200"/>
        </a:p>
      </dsp:txBody>
      <dsp:txXfrm rot="-5400000">
        <a:off x="5435957" y="1518274"/>
        <a:ext cx="327833" cy="326951"/>
      </dsp:txXfrm>
    </dsp:sp>
    <dsp:sp modelId="{33BEB42C-1C26-49B1-9F70-5DB6C3FA42B2}">
      <dsp:nvSpPr>
        <dsp:cNvPr id="0" name=""/>
        <dsp:cNvSpPr/>
      </dsp:nvSpPr>
      <dsp:spPr>
        <a:xfrm>
          <a:off x="4498285" y="2205666"/>
          <a:ext cx="2203177" cy="1321906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tint val="96000"/>
                <a:satMod val="100000"/>
                <a:lumMod val="104000"/>
              </a:schemeClr>
            </a:gs>
            <a:gs pos="78000">
              <a:schemeClr val="accent4">
                <a:hueOff val="0"/>
                <a:satOff val="0"/>
                <a:lumOff val="0"/>
                <a:alphaOff val="0"/>
                <a:shade val="100000"/>
                <a:satMod val="110000"/>
                <a:lumMod val="100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>
            <a:rot lat="0" lon="0" rev="0"/>
          </a:camera>
          <a:lightRig rig="threePt" dir="t"/>
        </a:scene3d>
        <a:sp3d>
          <a:bevelT w="25400" h="12700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• Views include filters for date, lecturer, status, and department.</a:t>
          </a:r>
        </a:p>
      </dsp:txBody>
      <dsp:txXfrm>
        <a:off x="4537002" y="2244383"/>
        <a:ext cx="2125743" cy="1244472"/>
      </dsp:txXfrm>
    </dsp:sp>
    <dsp:sp modelId="{B437F1C5-D453-48AE-9C01-432A148EFB35}">
      <dsp:nvSpPr>
        <dsp:cNvPr id="0" name=""/>
        <dsp:cNvSpPr/>
      </dsp:nvSpPr>
      <dsp:spPr>
        <a:xfrm rot="10800000">
          <a:off x="3837332" y="2593425"/>
          <a:ext cx="467073" cy="546387"/>
        </a:xfrm>
        <a:prstGeom prst="rightArrow">
          <a:avLst>
            <a:gd name="adj1" fmla="val 60000"/>
            <a:gd name="adj2" fmla="val 50000"/>
          </a:avLst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tint val="96000"/>
                <a:satMod val="100000"/>
                <a:lumMod val="104000"/>
              </a:schemeClr>
            </a:gs>
            <a:gs pos="78000">
              <a:schemeClr val="accent4">
                <a:hueOff val="0"/>
                <a:satOff val="0"/>
                <a:lumOff val="0"/>
                <a:alphaOff val="0"/>
                <a:shade val="100000"/>
                <a:satMod val="110000"/>
                <a:lumMod val="100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>
            <a:rot lat="0" lon="0" rev="0"/>
          </a:camera>
          <a:lightRig rig="threePt" dir="t"/>
        </a:scene3d>
        <a:sp3d>
          <a:bevelT w="25400" h="12700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500" kern="1200"/>
        </a:p>
      </dsp:txBody>
      <dsp:txXfrm rot="10800000">
        <a:off x="3977454" y="2702702"/>
        <a:ext cx="326951" cy="327833"/>
      </dsp:txXfrm>
    </dsp:sp>
    <dsp:sp modelId="{88F9C2BA-072A-492B-B268-5D14C93FDFC8}">
      <dsp:nvSpPr>
        <dsp:cNvPr id="0" name=""/>
        <dsp:cNvSpPr/>
      </dsp:nvSpPr>
      <dsp:spPr>
        <a:xfrm>
          <a:off x="1413837" y="2205666"/>
          <a:ext cx="2203177" cy="1321906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tint val="96000"/>
                <a:satMod val="100000"/>
                <a:lumMod val="104000"/>
              </a:schemeClr>
            </a:gs>
            <a:gs pos="78000">
              <a:schemeClr val="accent5">
                <a:hueOff val="0"/>
                <a:satOff val="0"/>
                <a:lumOff val="0"/>
                <a:alphaOff val="0"/>
                <a:shade val="100000"/>
                <a:satMod val="110000"/>
                <a:lumMod val="100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>
            <a:rot lat="0" lon="0" rev="0"/>
          </a:camera>
          <a:lightRig rig="threePt" dir="t"/>
        </a:scene3d>
        <a:sp3d>
          <a:bevelT w="25400" h="12700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• Submitted documents can be downloaded and inspected.</a:t>
          </a:r>
        </a:p>
      </dsp:txBody>
      <dsp:txXfrm>
        <a:off x="1452554" y="2244383"/>
        <a:ext cx="2125743" cy="1244472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F4D2BB4-166B-4550-B32E-6482D819F20E}">
      <dsp:nvSpPr>
        <dsp:cNvPr id="0" name=""/>
        <dsp:cNvSpPr/>
      </dsp:nvSpPr>
      <dsp:spPr>
        <a:xfrm>
          <a:off x="350687" y="689249"/>
          <a:ext cx="1093710" cy="1093710"/>
        </a:xfrm>
        <a:prstGeom prst="round2DiagRect">
          <a:avLst>
            <a:gd name="adj1" fmla="val 29727"/>
            <a:gd name="adj2" fmla="val 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66E58F7-B7BB-482D-A84F-841C66C4B4BF}">
      <dsp:nvSpPr>
        <dsp:cNvPr id="0" name=""/>
        <dsp:cNvSpPr/>
      </dsp:nvSpPr>
      <dsp:spPr>
        <a:xfrm>
          <a:off x="583773" y="922335"/>
          <a:ext cx="627539" cy="627539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60ECC89-CB39-4055-BAB0-8BC82B65FC92}">
      <dsp:nvSpPr>
        <dsp:cNvPr id="0" name=""/>
        <dsp:cNvSpPr/>
      </dsp:nvSpPr>
      <dsp:spPr>
        <a:xfrm>
          <a:off x="1058" y="2123624"/>
          <a:ext cx="1792968" cy="71718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200" kern="1200"/>
            <a:t>• Uploads handled via form file input.</a:t>
          </a:r>
        </a:p>
      </dsp:txBody>
      <dsp:txXfrm>
        <a:off x="1058" y="2123624"/>
        <a:ext cx="1792968" cy="717187"/>
      </dsp:txXfrm>
    </dsp:sp>
    <dsp:sp modelId="{4D8D330D-D3B9-476D-8906-3CBB974E6BAB}">
      <dsp:nvSpPr>
        <dsp:cNvPr id="0" name=""/>
        <dsp:cNvSpPr/>
      </dsp:nvSpPr>
      <dsp:spPr>
        <a:xfrm>
          <a:off x="2457425" y="689249"/>
          <a:ext cx="1093710" cy="1093710"/>
        </a:xfrm>
        <a:prstGeom prst="round2DiagRect">
          <a:avLst>
            <a:gd name="adj1" fmla="val 29727"/>
            <a:gd name="adj2" fmla="val 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92C51FC-DFE9-4759-AB1B-9A86F96EEE58}">
      <dsp:nvSpPr>
        <dsp:cNvPr id="0" name=""/>
        <dsp:cNvSpPr/>
      </dsp:nvSpPr>
      <dsp:spPr>
        <a:xfrm>
          <a:off x="2690511" y="922335"/>
          <a:ext cx="627539" cy="627539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8E8A10B-7DC3-424E-A839-D6F3BAB8E76E}">
      <dsp:nvSpPr>
        <dsp:cNvPr id="0" name=""/>
        <dsp:cNvSpPr/>
      </dsp:nvSpPr>
      <dsp:spPr>
        <a:xfrm>
          <a:off x="2107796" y="2123624"/>
          <a:ext cx="1792968" cy="71718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200" kern="1200"/>
            <a:t>• Files stored in server directory or cloud storage.</a:t>
          </a:r>
        </a:p>
      </dsp:txBody>
      <dsp:txXfrm>
        <a:off x="2107796" y="2123624"/>
        <a:ext cx="1792968" cy="717187"/>
      </dsp:txXfrm>
    </dsp:sp>
    <dsp:sp modelId="{93642BDC-3C37-4CDC-BFFC-DCFFADD9F4FB}">
      <dsp:nvSpPr>
        <dsp:cNvPr id="0" name=""/>
        <dsp:cNvSpPr/>
      </dsp:nvSpPr>
      <dsp:spPr>
        <a:xfrm>
          <a:off x="4564163" y="689249"/>
          <a:ext cx="1093710" cy="1093710"/>
        </a:xfrm>
        <a:prstGeom prst="round2DiagRect">
          <a:avLst>
            <a:gd name="adj1" fmla="val 29727"/>
            <a:gd name="adj2" fmla="val 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FFE5464-C028-44BC-AF39-F7C821B0EB96}">
      <dsp:nvSpPr>
        <dsp:cNvPr id="0" name=""/>
        <dsp:cNvSpPr/>
      </dsp:nvSpPr>
      <dsp:spPr>
        <a:xfrm>
          <a:off x="4797249" y="922335"/>
          <a:ext cx="627539" cy="627539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6C50E2A-D3D8-4CA7-8782-1D0B11C3FF7A}">
      <dsp:nvSpPr>
        <dsp:cNvPr id="0" name=""/>
        <dsp:cNvSpPr/>
      </dsp:nvSpPr>
      <dsp:spPr>
        <a:xfrm>
          <a:off x="4214534" y="2123624"/>
          <a:ext cx="1792968" cy="71718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200" kern="1200"/>
            <a:t>• File paths linked to individual claims.</a:t>
          </a:r>
        </a:p>
      </dsp:txBody>
      <dsp:txXfrm>
        <a:off x="4214534" y="2123624"/>
        <a:ext cx="1792968" cy="717187"/>
      </dsp:txXfrm>
    </dsp:sp>
    <dsp:sp modelId="{9417840D-237A-4627-9732-852AC37E0648}">
      <dsp:nvSpPr>
        <dsp:cNvPr id="0" name=""/>
        <dsp:cNvSpPr/>
      </dsp:nvSpPr>
      <dsp:spPr>
        <a:xfrm>
          <a:off x="6670901" y="689249"/>
          <a:ext cx="1093710" cy="1093710"/>
        </a:xfrm>
        <a:prstGeom prst="round2DiagRect">
          <a:avLst>
            <a:gd name="adj1" fmla="val 29727"/>
            <a:gd name="adj2" fmla="val 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50AAD3D-966C-4091-A14B-3D4AD5445BD9}">
      <dsp:nvSpPr>
        <dsp:cNvPr id="0" name=""/>
        <dsp:cNvSpPr/>
      </dsp:nvSpPr>
      <dsp:spPr>
        <a:xfrm>
          <a:off x="6903987" y="922335"/>
          <a:ext cx="627539" cy="627539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294BE89-67E2-4A0B-9A15-2E38E1BA6EE7}">
      <dsp:nvSpPr>
        <dsp:cNvPr id="0" name=""/>
        <dsp:cNvSpPr/>
      </dsp:nvSpPr>
      <dsp:spPr>
        <a:xfrm>
          <a:off x="6321273" y="2123624"/>
          <a:ext cx="1792968" cy="71718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200" kern="1200"/>
            <a:t>• Ensures traceability and secure access for reviewers.</a:t>
          </a:r>
        </a:p>
      </dsp:txBody>
      <dsp:txXfrm>
        <a:off x="6321273" y="2123624"/>
        <a:ext cx="1792968" cy="717187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B9687E8-8C4B-4AA6-808F-2EA3F29CEE14}">
      <dsp:nvSpPr>
        <dsp:cNvPr id="0" name=""/>
        <dsp:cNvSpPr/>
      </dsp:nvSpPr>
      <dsp:spPr>
        <a:xfrm>
          <a:off x="0" y="142206"/>
          <a:ext cx="4802995" cy="4802995"/>
        </a:xfrm>
        <a:prstGeom prst="diamond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threePt" dir="t"/>
        </a:scene3d>
        <a:sp3d>
          <a:bevelT w="25400" h="127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  <dsp:sp modelId="{D23BE574-70B1-4E30-A4F1-D80EC6BA0410}">
      <dsp:nvSpPr>
        <dsp:cNvPr id="0" name=""/>
        <dsp:cNvSpPr/>
      </dsp:nvSpPr>
      <dsp:spPr>
        <a:xfrm>
          <a:off x="456284" y="598491"/>
          <a:ext cx="1873168" cy="1873168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96000"/>
                <a:satMod val="100000"/>
                <a:lumMod val="104000"/>
              </a:schemeClr>
            </a:gs>
            <a:gs pos="78000">
              <a:schemeClr val="accent1">
                <a:hueOff val="0"/>
                <a:satOff val="0"/>
                <a:lumOff val="0"/>
                <a:alphaOff val="0"/>
                <a:shade val="100000"/>
                <a:satMod val="110000"/>
                <a:lumMod val="100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>
            <a:rot lat="0" lon="0" rev="0"/>
          </a:camera>
          <a:lightRig rig="threePt" dir="t"/>
        </a:scene3d>
        <a:sp3d>
          <a:bevelT w="25400" h="12700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• Each claim has a Status field in the database.</a:t>
          </a:r>
        </a:p>
      </dsp:txBody>
      <dsp:txXfrm>
        <a:off x="547725" y="689932"/>
        <a:ext cx="1690286" cy="1690286"/>
      </dsp:txXfrm>
    </dsp:sp>
    <dsp:sp modelId="{F31B40A1-12E0-4DBC-BB9E-00E5E4C5913A}">
      <dsp:nvSpPr>
        <dsp:cNvPr id="0" name=""/>
        <dsp:cNvSpPr/>
      </dsp:nvSpPr>
      <dsp:spPr>
        <a:xfrm>
          <a:off x="2473542" y="598491"/>
          <a:ext cx="1873168" cy="1873168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96000"/>
                <a:satMod val="100000"/>
                <a:lumMod val="104000"/>
              </a:schemeClr>
            </a:gs>
            <a:gs pos="78000">
              <a:schemeClr val="accent1">
                <a:hueOff val="0"/>
                <a:satOff val="0"/>
                <a:lumOff val="0"/>
                <a:alphaOff val="0"/>
                <a:shade val="100000"/>
                <a:satMod val="110000"/>
                <a:lumMod val="100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>
            <a:rot lat="0" lon="0" rev="0"/>
          </a:camera>
          <a:lightRig rig="threePt" dir="t"/>
        </a:scene3d>
        <a:sp3d>
          <a:bevelT w="25400" h="12700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• Status updates when coordinator/manager performs an action.</a:t>
          </a:r>
        </a:p>
      </dsp:txBody>
      <dsp:txXfrm>
        <a:off x="2564983" y="689932"/>
        <a:ext cx="1690286" cy="1690286"/>
      </dsp:txXfrm>
    </dsp:sp>
    <dsp:sp modelId="{D6B55537-7637-4FAA-BD0E-020668ED4B8F}">
      <dsp:nvSpPr>
        <dsp:cNvPr id="0" name=""/>
        <dsp:cNvSpPr/>
      </dsp:nvSpPr>
      <dsp:spPr>
        <a:xfrm>
          <a:off x="456284" y="2615749"/>
          <a:ext cx="1873168" cy="1873168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96000"/>
                <a:satMod val="100000"/>
                <a:lumMod val="104000"/>
              </a:schemeClr>
            </a:gs>
            <a:gs pos="78000">
              <a:schemeClr val="accent1">
                <a:hueOff val="0"/>
                <a:satOff val="0"/>
                <a:lumOff val="0"/>
                <a:alphaOff val="0"/>
                <a:shade val="100000"/>
                <a:satMod val="110000"/>
                <a:lumMod val="100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>
            <a:rot lat="0" lon="0" rev="0"/>
          </a:camera>
          <a:lightRig rig="threePt" dir="t"/>
        </a:scene3d>
        <a:sp3d>
          <a:bevelT w="25400" h="12700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• Lecturer dashboard displays real-time claim status.</a:t>
          </a:r>
        </a:p>
      </dsp:txBody>
      <dsp:txXfrm>
        <a:off x="547725" y="2707190"/>
        <a:ext cx="1690286" cy="1690286"/>
      </dsp:txXfrm>
    </dsp:sp>
    <dsp:sp modelId="{0A35902F-2D7F-4EA8-B593-25300991BDB3}">
      <dsp:nvSpPr>
        <dsp:cNvPr id="0" name=""/>
        <dsp:cNvSpPr/>
      </dsp:nvSpPr>
      <dsp:spPr>
        <a:xfrm>
          <a:off x="2473542" y="2615749"/>
          <a:ext cx="1873168" cy="1873168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96000"/>
                <a:satMod val="100000"/>
                <a:lumMod val="104000"/>
              </a:schemeClr>
            </a:gs>
            <a:gs pos="78000">
              <a:schemeClr val="accent1">
                <a:hueOff val="0"/>
                <a:satOff val="0"/>
                <a:lumOff val="0"/>
                <a:alphaOff val="0"/>
                <a:shade val="100000"/>
                <a:satMod val="110000"/>
                <a:lumMod val="100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>
            <a:rot lat="0" lon="0" rev="0"/>
          </a:camera>
          <a:lightRig rig="threePt" dir="t"/>
        </a:scene3d>
        <a:sp3d>
          <a:bevelT w="25400" h="12700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• Statuses include: Pending, Approved, Rejected, Returned.</a:t>
          </a:r>
        </a:p>
      </dsp:txBody>
      <dsp:txXfrm>
        <a:off x="2564983" y="2707190"/>
        <a:ext cx="1690286" cy="1690286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9238EB0-EDCF-4ADC-ABB8-9F23EF3951CB}">
      <dsp:nvSpPr>
        <dsp:cNvPr id="0" name=""/>
        <dsp:cNvSpPr/>
      </dsp:nvSpPr>
      <dsp:spPr>
        <a:xfrm>
          <a:off x="0" y="4256"/>
          <a:ext cx="4717669" cy="906538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D8026A0-770C-4A69-A561-8B45B7AC7692}">
      <dsp:nvSpPr>
        <dsp:cNvPr id="0" name=""/>
        <dsp:cNvSpPr/>
      </dsp:nvSpPr>
      <dsp:spPr>
        <a:xfrm>
          <a:off x="274227" y="208227"/>
          <a:ext cx="498596" cy="498596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8863CD5-0B98-4A00-AD98-28F6E267C8DF}">
      <dsp:nvSpPr>
        <dsp:cNvPr id="0" name=""/>
        <dsp:cNvSpPr/>
      </dsp:nvSpPr>
      <dsp:spPr>
        <a:xfrm>
          <a:off x="1047052" y="4256"/>
          <a:ext cx="3670616" cy="90653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5942" tIns="95942" rIns="95942" bIns="95942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• Role-based dashboards with tailored functionality.</a:t>
          </a:r>
        </a:p>
      </dsp:txBody>
      <dsp:txXfrm>
        <a:off x="1047052" y="4256"/>
        <a:ext cx="3670616" cy="906538"/>
      </dsp:txXfrm>
    </dsp:sp>
    <dsp:sp modelId="{7D0AAC21-71E2-44DB-AC70-B0D480197414}">
      <dsp:nvSpPr>
        <dsp:cNvPr id="0" name=""/>
        <dsp:cNvSpPr/>
      </dsp:nvSpPr>
      <dsp:spPr>
        <a:xfrm>
          <a:off x="0" y="1137429"/>
          <a:ext cx="4717669" cy="906538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E975C3A-9E4E-468D-B37A-A90917FA2010}">
      <dsp:nvSpPr>
        <dsp:cNvPr id="0" name=""/>
        <dsp:cNvSpPr/>
      </dsp:nvSpPr>
      <dsp:spPr>
        <a:xfrm>
          <a:off x="274227" y="1341400"/>
          <a:ext cx="498596" cy="498596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1BABEF1-E86E-4739-A794-F7BCC46751AA}">
      <dsp:nvSpPr>
        <dsp:cNvPr id="0" name=""/>
        <dsp:cNvSpPr/>
      </dsp:nvSpPr>
      <dsp:spPr>
        <a:xfrm>
          <a:off x="1047052" y="1137429"/>
          <a:ext cx="3670616" cy="90653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5942" tIns="95942" rIns="95942" bIns="95942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• Automated email notifications for status changes.</a:t>
          </a:r>
        </a:p>
      </dsp:txBody>
      <dsp:txXfrm>
        <a:off x="1047052" y="1137429"/>
        <a:ext cx="3670616" cy="906538"/>
      </dsp:txXfrm>
    </dsp:sp>
    <dsp:sp modelId="{4C941377-2E67-445F-B029-798342019218}">
      <dsp:nvSpPr>
        <dsp:cNvPr id="0" name=""/>
        <dsp:cNvSpPr/>
      </dsp:nvSpPr>
      <dsp:spPr>
        <a:xfrm>
          <a:off x="0" y="2270603"/>
          <a:ext cx="4717669" cy="906538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8132360-3937-4E96-958D-9EE884184E7A}">
      <dsp:nvSpPr>
        <dsp:cNvPr id="0" name=""/>
        <dsp:cNvSpPr/>
      </dsp:nvSpPr>
      <dsp:spPr>
        <a:xfrm>
          <a:off x="274227" y="2474574"/>
          <a:ext cx="498596" cy="498596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4629D5D-CC5C-471A-8567-DAB92D939E94}">
      <dsp:nvSpPr>
        <dsp:cNvPr id="0" name=""/>
        <dsp:cNvSpPr/>
      </dsp:nvSpPr>
      <dsp:spPr>
        <a:xfrm>
          <a:off x="1047052" y="2270603"/>
          <a:ext cx="3670616" cy="90653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5942" tIns="95942" rIns="95942" bIns="95942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• Coordinators/managers see prioritized claim queues.</a:t>
          </a:r>
        </a:p>
      </dsp:txBody>
      <dsp:txXfrm>
        <a:off x="1047052" y="2270603"/>
        <a:ext cx="3670616" cy="906538"/>
      </dsp:txXfrm>
    </dsp:sp>
    <dsp:sp modelId="{F4C841D8-B89E-4866-86EA-F352B74AE0A5}">
      <dsp:nvSpPr>
        <dsp:cNvPr id="0" name=""/>
        <dsp:cNvSpPr/>
      </dsp:nvSpPr>
      <dsp:spPr>
        <a:xfrm>
          <a:off x="0" y="3403776"/>
          <a:ext cx="4717669" cy="906538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3F2639E-D612-4D97-A042-3353EA104D6C}">
      <dsp:nvSpPr>
        <dsp:cNvPr id="0" name=""/>
        <dsp:cNvSpPr/>
      </dsp:nvSpPr>
      <dsp:spPr>
        <a:xfrm>
          <a:off x="274227" y="3607747"/>
          <a:ext cx="498596" cy="498596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1215BCB-4FF2-4239-8188-62D33B76CC87}">
      <dsp:nvSpPr>
        <dsp:cNvPr id="0" name=""/>
        <dsp:cNvSpPr/>
      </dsp:nvSpPr>
      <dsp:spPr>
        <a:xfrm>
          <a:off x="1047052" y="3403776"/>
          <a:ext cx="3670616" cy="90653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5942" tIns="95942" rIns="95942" bIns="95942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• HR view aggregates approved claims for payroll processing.</a:t>
          </a:r>
        </a:p>
      </dsp:txBody>
      <dsp:txXfrm>
        <a:off x="1047052" y="3403776"/>
        <a:ext cx="3670616" cy="906538"/>
      </dsp:txXfrm>
    </dsp:sp>
    <dsp:sp modelId="{0DDE39FD-39D6-4589-942D-24C75E2BBEED}">
      <dsp:nvSpPr>
        <dsp:cNvPr id="0" name=""/>
        <dsp:cNvSpPr/>
      </dsp:nvSpPr>
      <dsp:spPr>
        <a:xfrm>
          <a:off x="0" y="4536950"/>
          <a:ext cx="4717669" cy="906538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9047E8D-1596-413D-904D-D71C48D296AF}">
      <dsp:nvSpPr>
        <dsp:cNvPr id="0" name=""/>
        <dsp:cNvSpPr/>
      </dsp:nvSpPr>
      <dsp:spPr>
        <a:xfrm>
          <a:off x="274227" y="4740921"/>
          <a:ext cx="498596" cy="498596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E8C29C4-A4BA-4ECD-B32C-CBE023437F50}">
      <dsp:nvSpPr>
        <dsp:cNvPr id="0" name=""/>
        <dsp:cNvSpPr/>
      </dsp:nvSpPr>
      <dsp:spPr>
        <a:xfrm>
          <a:off x="1047052" y="4536950"/>
          <a:ext cx="3670616" cy="90653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5942" tIns="95942" rIns="95942" bIns="95942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• Reduced manual tracking and faster processing workflows.</a:t>
          </a:r>
        </a:p>
      </dsp:txBody>
      <dsp:txXfrm>
        <a:off x="1047052" y="4536950"/>
        <a:ext cx="3670616" cy="906538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5/layout/IconCircleLabelList">
  <dgm:title val="Icon Circle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process5">
  <dgm:title val=""/>
  <dgm:desc val=""/>
  <dgm:catLst>
    <dgm:cat type="process" pri="17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revDir"/>
          <dgm:param type="bkpt" val="endCnv"/>
        </dgm:alg>
      </dgm:if>
      <dgm:else name="Name2">
        <dgm:alg type="snake">
          <dgm:param type="grDir" val="tR"/>
          <dgm:param type="flowDir" val="row"/>
          <dgm:param type="contDir" val="revDir"/>
          <dgm:param type="bkpt" val="endCnv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forName="sibTrans" refType="w" refFor="ch" refPtType="node" op="equ" fact="0.4"/>
      <dgm:constr type="sp" refType="w" refFor="ch" refForName="sibTrans" op="equ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5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8/5/layout/IconLeafLabelList">
  <dgm:title val="Icon Leaf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round2DiagRect" r:blip="">
            <dgm:adjLst/>
            <dgm:extLst>
              <a:ext uri="{B698B0E9-8C71-41B9-8309-B3DCBF30829C}">
                <dgm1612:spPr xmlns:dgm1612="http://schemas.microsoft.com/office/drawing/2016/12/diagram">
                  <a:prstGeom prst="round2DiagRect">
                    <a:avLst>
                      <a:gd name="adj1" fmla="val 29727"/>
                      <a:gd name="adj2" fmla="val 0"/>
                    </a:avLst>
                  </a:prstGeom>
                </dgm1612:spPr>
              </a:ext>
            </dgm:ext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matrix3">
  <dgm:title val=""/>
  <dgm:desc val=""/>
  <dgm:catLst>
    <dgm:cat type="matrix" pri="1000"/>
    <dgm:cat type="convert" pri="18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0" destOrd="0"/>
        <dgm:cxn modelId="8" srcId="0" destId="4" srcOrd="1" destOrd="0"/>
      </dgm:cxnLst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matrix">
    <dgm:varLst>
      <dgm:chMax val="1"/>
      <dgm:dir/>
      <dgm:resizeHandles val="exact"/>
    </dgm:varLst>
    <dgm:alg type="composite">
      <dgm:param type="ar" val="1"/>
    </dgm:alg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w" for="ch" forName="diamond" refType="w"/>
          <dgm:constr type="h" for="ch" forName="diamond" refType="h"/>
          <dgm:constr type="w" for="ch" forName="quad1" refType="w" fact="0.39"/>
          <dgm:constr type="h" for="ch" forName="quad1" refType="h" fact="0.39"/>
          <dgm:constr type="ctrX" for="ch" forName="quad1" refType="w" fact="0.29"/>
          <dgm:constr type="ctrY" for="ch" forName="quad1" refType="h" fact="0.29"/>
          <dgm:constr type="w" for="ch" forName="quad2" refType="w" fact="0.39"/>
          <dgm:constr type="h" for="ch" forName="quad2" refType="h" fact="0.39"/>
          <dgm:constr type="ctrX" for="ch" forName="quad2" refType="w" fact="0.71"/>
          <dgm:constr type="ctrY" for="ch" forName="quad2" refType="h" fact="0.29"/>
          <dgm:constr type="w" for="ch" forName="quad3" refType="w" fact="0.39"/>
          <dgm:constr type="h" for="ch" forName="quad3" refType="h" fact="0.39"/>
          <dgm:constr type="ctrX" for="ch" forName="quad3" refType="w" fact="0.29"/>
          <dgm:constr type="ctrY" for="ch" forName="quad3" refType="h" fact="0.71"/>
          <dgm:constr type="w" for="ch" forName="quad4" refType="w" fact="0.39"/>
          <dgm:constr type="h" for="ch" forName="quad4" refType="h" fact="0.39"/>
          <dgm:constr type="ctrX" for="ch" forName="quad4" refType="w" fact="0.71"/>
          <dgm:constr type="ctrY" for="ch" forName="quad4" refType="h" fact="0.71"/>
          <dgm:constr type="primFontSz" for="des" ptType="node" op="equ" val="65"/>
        </dgm:constrLst>
      </dgm:if>
      <dgm:else name="Name2">
        <dgm:constrLst>
          <dgm:constr type="w" for="ch" forName="diamond" refType="w"/>
          <dgm:constr type="h" for="ch" forName="diamond" refType="h"/>
          <dgm:constr type="w" for="ch" forName="quad1" refType="w" fact="0.39"/>
          <dgm:constr type="h" for="ch" forName="quad1" refType="h" fact="0.39"/>
          <dgm:constr type="ctrX" for="ch" forName="quad1" refType="w" fact="0.71"/>
          <dgm:constr type="ctrY" for="ch" forName="quad1" refType="h" fact="0.29"/>
          <dgm:constr type="w" for="ch" forName="quad2" refType="w" fact="0.39"/>
          <dgm:constr type="h" for="ch" forName="quad2" refType="h" fact="0.39"/>
          <dgm:constr type="ctrX" for="ch" forName="quad2" refType="w" fact="0.29"/>
          <dgm:constr type="ctrY" for="ch" forName="quad2" refType="h" fact="0.29"/>
          <dgm:constr type="w" for="ch" forName="quad3" refType="w" fact="0.39"/>
          <dgm:constr type="h" for="ch" forName="quad3" refType="h" fact="0.39"/>
          <dgm:constr type="ctrX" for="ch" forName="quad3" refType="w" fact="0.71"/>
          <dgm:constr type="ctrY" for="ch" forName="quad3" refType="h" fact="0.71"/>
          <dgm:constr type="w" for="ch" forName="quad4" refType="w" fact="0.39"/>
          <dgm:constr type="h" for="ch" forName="quad4" refType="h" fact="0.39"/>
          <dgm:constr type="ctrX" for="ch" forName="quad4" refType="w" fact="0.29"/>
          <dgm:constr type="ctrY" for="ch" forName="quad4" refType="h" fact="0.71"/>
          <dgm:constr type="primFontSz" for="des" ptType="node" op="equ" val="65"/>
        </dgm:constrLst>
      </dgm:else>
    </dgm:choose>
    <dgm:ruleLst/>
    <dgm:choose name="Name3">
      <dgm:if name="Name4" axis="ch" ptType="node" func="cnt" op="gte" val="1">
        <dgm:layoutNode name="diamond" styleLbl="bgShp">
          <dgm:alg type="sp"/>
          <dgm:shape xmlns:r="http://schemas.openxmlformats.org/officeDocument/2006/relationships" type="diamond" r:blip="">
            <dgm:adjLst/>
          </dgm:shape>
          <dgm:presOf/>
          <dgm:constrLst>
            <dgm:constr type="w" refType="h" op="equ"/>
          </dgm:constrLst>
          <dgm:ruleLst/>
        </dgm:layoutNode>
        <dgm:layoutNode name="quad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1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2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2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3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3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4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4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</dgm:if>
      <dgm:else name="Name5"/>
    </dgm:choose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2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995862"/>
            <a:ext cx="9144000" cy="1862138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1803405"/>
            <a:ext cx="7315200" cy="1825096"/>
          </a:xfrm>
        </p:spPr>
        <p:txBody>
          <a:bodyPr anchor="b">
            <a:normAutofit/>
          </a:bodyPr>
          <a:lstStyle>
            <a:lvl1pPr algn="l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14400" y="3632201"/>
            <a:ext cx="7315200" cy="685800"/>
          </a:xfrm>
        </p:spPr>
        <p:txBody>
          <a:bodyPr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932170" y="4323845"/>
            <a:ext cx="2297429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11/21/2025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914400" y="4323846"/>
            <a:ext cx="488061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057900" y="1430867"/>
            <a:ext cx="2171700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5060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06892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C2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995862"/>
            <a:ext cx="9144000" cy="1862138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94360" y="753534"/>
            <a:ext cx="7955280" cy="2801935"/>
          </a:xfrm>
        </p:spPr>
        <p:txBody>
          <a:bodyPr anchor="b">
            <a:normAutofit/>
          </a:bodyPr>
          <a:lstStyle>
            <a:lvl1pPr algn="r"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94360" y="3641726"/>
            <a:ext cx="7955281" cy="1354134"/>
          </a:xfrm>
        </p:spPr>
        <p:txBody>
          <a:bodyPr>
            <a:normAutofit/>
          </a:bodyPr>
          <a:lstStyle>
            <a:lvl1pPr marL="0" indent="0" algn="r">
              <a:buNone/>
              <a:defRPr sz="22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562176" y="381001"/>
            <a:ext cx="2183130" cy="365125"/>
          </a:xfrm>
        </p:spPr>
        <p:txBody>
          <a:bodyPr/>
          <a:lstStyle>
            <a:lvl1pPr algn="r">
              <a:defRPr/>
            </a:lvl1pPr>
          </a:lstStyle>
          <a:p>
            <a:fld id="{5BCAD085-E8A6-8845-BD4E-CB4CCA059FC4}" type="datetimeFigureOut">
              <a:rPr lang="en-US" smtClean="0"/>
              <a:t>11/21/2025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94360" y="381001"/>
            <a:ext cx="4830656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882466" y="381001"/>
            <a:ext cx="667173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663688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94360" y="2194560"/>
            <a:ext cx="3910579" cy="406908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2099" y="2194560"/>
            <a:ext cx="3907540" cy="406908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2492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71700" y="762000"/>
            <a:ext cx="6377940" cy="12954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1279" y="2183802"/>
            <a:ext cx="3683659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94359" y="3132667"/>
            <a:ext cx="3910579" cy="31309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869018" y="2183802"/>
            <a:ext cx="3680621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2098" y="3132667"/>
            <a:ext cx="3907541" cy="31309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83687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11184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11/21/2025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27344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94360" y="1524000"/>
            <a:ext cx="3086100" cy="1600200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6200" y="746760"/>
            <a:ext cx="4663440" cy="5516880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94360" y="3124200"/>
            <a:ext cx="3086100" cy="313944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58628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94360" y="1524000"/>
            <a:ext cx="4075730" cy="1600200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877524" y="751242"/>
            <a:ext cx="3674234" cy="5512398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94360" y="3124200"/>
            <a:ext cx="4075730" cy="313944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94291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94355" y="4697361"/>
            <a:ext cx="7956482" cy="819355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94355" y="977035"/>
            <a:ext cx="7950260" cy="3406972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94360" y="5516716"/>
            <a:ext cx="7955280" cy="746924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32164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2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995862"/>
            <a:ext cx="9144000" cy="1862138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94360" y="753533"/>
            <a:ext cx="7955280" cy="2802467"/>
          </a:xfrm>
        </p:spPr>
        <p:txBody>
          <a:bodyPr anchor="ctr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649134"/>
            <a:ext cx="7772400" cy="1330852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5562176" y="381001"/>
            <a:ext cx="2183130" cy="365125"/>
          </a:xfrm>
        </p:spPr>
        <p:txBody>
          <a:bodyPr/>
          <a:lstStyle>
            <a:lvl1pPr algn="r">
              <a:defRPr/>
            </a:lvl1pPr>
          </a:lstStyle>
          <a:p>
            <a:fld id="{5BCAD085-E8A6-8845-BD4E-CB4CCA059FC4}" type="datetimeFigureOut">
              <a:rPr lang="en-US" smtClean="0"/>
              <a:t>11/21/2025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94360" y="381001"/>
            <a:ext cx="4830656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882466" y="381001"/>
            <a:ext cx="667174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781051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C2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995862"/>
            <a:ext cx="9144000" cy="1862138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8351" y="753534"/>
            <a:ext cx="7613650" cy="2756234"/>
          </a:xfrm>
        </p:spPr>
        <p:txBody>
          <a:bodyPr anchor="ctr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977899" y="3509768"/>
            <a:ext cx="7194552" cy="4444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4174597"/>
            <a:ext cx="7778752" cy="821265"/>
          </a:xfrm>
        </p:spPr>
        <p:txBody>
          <a:bodyPr anchor="ctr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5562176" y="381001"/>
            <a:ext cx="2183130" cy="365125"/>
          </a:xfrm>
        </p:spPr>
        <p:txBody>
          <a:bodyPr/>
          <a:lstStyle>
            <a:lvl1pPr algn="r">
              <a:defRPr/>
            </a:lvl1pPr>
          </a:lstStyle>
          <a:p>
            <a:fld id="{5BCAD085-E8A6-8845-BD4E-CB4CCA059FC4}" type="datetimeFigureOut">
              <a:rPr lang="en-US" smtClean="0"/>
              <a:t>11/21/2025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94360" y="379438"/>
            <a:ext cx="4830656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882466" y="381001"/>
            <a:ext cx="667174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3" name="TextBox 12"/>
          <p:cNvSpPr txBox="1"/>
          <p:nvPr/>
        </p:nvSpPr>
        <p:spPr>
          <a:xfrm>
            <a:off x="231458" y="807720"/>
            <a:ext cx="4572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46733" y="3021330"/>
            <a:ext cx="4572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24721712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C2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995862"/>
            <a:ext cx="9144000" cy="1862138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124702"/>
            <a:ext cx="7774782" cy="2511835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792" y="3648316"/>
            <a:ext cx="7773608" cy="999885"/>
          </a:xfrm>
        </p:spPr>
        <p:txBody>
          <a:bodyPr anchor="t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5562176" y="378884"/>
            <a:ext cx="2183130" cy="365125"/>
          </a:xfrm>
        </p:spPr>
        <p:txBody>
          <a:bodyPr/>
          <a:lstStyle>
            <a:lvl1pPr algn="r">
              <a:defRPr/>
            </a:lvl1pPr>
          </a:lstStyle>
          <a:p>
            <a:fld id="{5BCAD085-E8A6-8845-BD4E-CB4CCA059FC4}" type="datetimeFigureOut">
              <a:rPr lang="en-US" smtClean="0"/>
              <a:t>11/21/2025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94360" y="378884"/>
            <a:ext cx="4830656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882466" y="381001"/>
            <a:ext cx="667174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068109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2171701" y="762000"/>
            <a:ext cx="6377939" cy="130386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594361" y="2202080"/>
            <a:ext cx="2560320" cy="617320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594360" y="2904564"/>
            <a:ext cx="2560320" cy="335907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302237" y="2201333"/>
            <a:ext cx="2560320" cy="626534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3300781" y="2904068"/>
            <a:ext cx="2560320" cy="335957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989319" y="2192866"/>
            <a:ext cx="2560320" cy="626534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5989320" y="2904564"/>
            <a:ext cx="2560320" cy="335907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886961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2171702" y="762000"/>
            <a:ext cx="6381984" cy="12954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594360" y="4113340"/>
            <a:ext cx="2560320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594360" y="2331720"/>
            <a:ext cx="2560320" cy="15073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594360" y="4796103"/>
            <a:ext cx="2560320" cy="1467537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291873" y="4113340"/>
            <a:ext cx="2560320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291872" y="2331720"/>
            <a:ext cx="2560320" cy="1509862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3290858" y="4796102"/>
            <a:ext cx="2560320" cy="1467537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993365" y="4113340"/>
            <a:ext cx="2560320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5993364" y="2331721"/>
            <a:ext cx="2560320" cy="1508919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5993272" y="4796100"/>
            <a:ext cx="2560320" cy="1467537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934540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94360" y="2194560"/>
            <a:ext cx="7955280" cy="406908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967107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2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995862"/>
            <a:ext cx="9144000" cy="1862138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06590" y="747183"/>
            <a:ext cx="1543050" cy="4248675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94360" y="746126"/>
            <a:ext cx="6278035" cy="4249732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562176" y="381001"/>
            <a:ext cx="2183130" cy="365125"/>
          </a:xfrm>
        </p:spPr>
        <p:txBody>
          <a:bodyPr/>
          <a:lstStyle>
            <a:lvl1pPr algn="r">
              <a:defRPr/>
            </a:lvl1pPr>
          </a:lstStyle>
          <a:p>
            <a:fld id="{5BCAD085-E8A6-8845-BD4E-CB4CCA059FC4}" type="datetimeFigureOut">
              <a:rPr lang="en-US" smtClean="0"/>
              <a:t>11/21/2025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94360" y="381001"/>
            <a:ext cx="4830656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882466" y="381001"/>
            <a:ext cx="667174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52121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2-HD-TOP.png"/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1081088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171700" y="764373"/>
            <a:ext cx="6377940" cy="129302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94360" y="2194560"/>
            <a:ext cx="7955280" cy="406908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412230" y="6356351"/>
            <a:ext cx="21374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11/21/2025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94360" y="6355846"/>
            <a:ext cx="56807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72250" y="381001"/>
            <a:ext cx="197739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92640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  <p:sldLayoutId id="2147483689" r:id="rId11"/>
    <p:sldLayoutId id="2147483690" r:id="rId12"/>
    <p:sldLayoutId id="2147483691" r:id="rId13"/>
    <p:sldLayoutId id="2147483692" r:id="rId14"/>
    <p:sldLayoutId id="2147483693" r:id="rId15"/>
    <p:sldLayoutId id="2147483694" r:id="rId16"/>
    <p:sldLayoutId id="2147483695" r:id="rId17"/>
  </p:sldLayoutIdLst>
  <p:txStyles>
    <p:titleStyle>
      <a:lvl1pPr algn="r" defTabSz="914400" rtl="0" eaLnBrk="1" latinLnBrk="0" hangingPunct="1">
        <a:lnSpc>
          <a:spcPct val="90000"/>
        </a:lnSpc>
        <a:spcBef>
          <a:spcPct val="0"/>
        </a:spcBef>
        <a:buNone/>
        <a:defRPr sz="40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4.xml"/><Relationship Id="rId7" Type="http://schemas.microsoft.com/office/2007/relationships/diagramDrawing" Target="../diagrams/drawing4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4.xml"/><Relationship Id="rId5" Type="http://schemas.openxmlformats.org/officeDocument/2006/relationships/diagramQuickStyle" Target="../diagrams/quickStyle4.xml"/><Relationship Id="rId4" Type="http://schemas.openxmlformats.org/officeDocument/2006/relationships/diagramLayout" Target="../diagrams/layout4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8" Type="http://schemas.microsoft.com/office/2007/relationships/diagramDrawing" Target="../diagrams/drawing5.xml"/><Relationship Id="rId3" Type="http://schemas.openxmlformats.org/officeDocument/2006/relationships/image" Target="../media/image2.png"/><Relationship Id="rId7" Type="http://schemas.openxmlformats.org/officeDocument/2006/relationships/diagramColors" Target="../diagrams/colors5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5.xml"/><Relationship Id="rId5" Type="http://schemas.openxmlformats.org/officeDocument/2006/relationships/diagramLayout" Target="../diagrams/layout5.xml"/><Relationship Id="rId4" Type="http://schemas.openxmlformats.org/officeDocument/2006/relationships/diagramData" Target="../diagrams/data5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hyperlink" Target="https://github.com/Mathenjwa-Simphiwe/PROG6212-SUMMATIVE.git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8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515557" y="1803405"/>
            <a:ext cx="4599743" cy="1825096"/>
          </a:xfrm>
        </p:spPr>
        <p:txBody>
          <a:bodyPr>
            <a:normAutofit fontScale="90000"/>
          </a:bodyPr>
          <a:lstStyle/>
          <a:p>
            <a:r>
              <a:rPr lang="en-US" sz="4200" dirty="0"/>
              <a:t>P</a:t>
            </a:r>
            <a:r>
              <a:rPr lang="en-ZA" sz="4200" dirty="0"/>
              <a:t>ROG6212 POE CONTRACT CLAIM SYSTEM PRESENTATION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515557" y="3632201"/>
            <a:ext cx="4599743" cy="685800"/>
          </a:xfrm>
        </p:spPr>
        <p:txBody>
          <a:bodyPr>
            <a:normAutofit fontScale="85000" lnSpcReduction="20000"/>
          </a:bodyPr>
          <a:lstStyle/>
          <a:p>
            <a:r>
              <a:rPr lang="en-US" dirty="0"/>
              <a:t>How the system submits</a:t>
            </a:r>
            <a:r>
              <a:rPr dirty="0"/>
              <a:t>, </a:t>
            </a:r>
            <a:r>
              <a:rPr lang="en-US" dirty="0"/>
              <a:t>reviews</a:t>
            </a:r>
            <a:r>
              <a:rPr dirty="0"/>
              <a:t>, Track</a:t>
            </a:r>
            <a:r>
              <a:rPr lang="en-US" dirty="0"/>
              <a:t>s</a:t>
            </a:r>
            <a:r>
              <a:rPr dirty="0"/>
              <a:t>, and Automa</a:t>
            </a:r>
            <a:r>
              <a:rPr lang="en-US" dirty="0"/>
              <a:t>tes. By Simphiwe Mathenjwa ST10258505</a:t>
            </a:r>
            <a:endParaRPr dirty="0"/>
          </a:p>
        </p:txBody>
      </p:sp>
      <p:pic>
        <p:nvPicPr>
          <p:cNvPr id="7" name="Graphic 6" descr="Teacher">
            <a:extLst>
              <a:ext uri="{FF2B5EF4-FFF2-40B4-BE49-F238E27FC236}">
                <a16:creationId xmlns:a16="http://schemas.microsoft.com/office/drawing/2014/main" id="{343049C8-4FE0-0ACD-939C-9A268D6E04A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83564" y="2133981"/>
            <a:ext cx="1995678" cy="1995678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71700" y="764373"/>
            <a:ext cx="6457950" cy="1293028"/>
          </a:xfrm>
        </p:spPr>
        <p:txBody>
          <a:bodyPr>
            <a:normAutofit/>
          </a:bodyPr>
          <a:lstStyle/>
          <a:p>
            <a:r>
              <a:t>How Lecturers Submit Claims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D3DBFC0C-38C8-837B-04E1-DBB04ECB553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626798206"/>
              </p:ext>
            </p:extLst>
          </p:nvPr>
        </p:nvGraphicFramePr>
        <p:xfrm>
          <a:off x="514350" y="2441051"/>
          <a:ext cx="8115300" cy="353006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A5ADB3-3A04-D2E9-21D0-7B9E1845C8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Lecturer dashboard</a:t>
            </a:r>
            <a:endParaRPr lang="en-ZA" dirty="0"/>
          </a:p>
        </p:txBody>
      </p:sp>
      <p:pic>
        <p:nvPicPr>
          <p:cNvPr id="5" name="Content Placeholder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AB508E1B-1113-DA22-4346-008DBCB7D63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93725" y="2795962"/>
            <a:ext cx="7956550" cy="2866275"/>
          </a:xfrm>
        </p:spPr>
      </p:pic>
    </p:spTree>
    <p:extLst>
      <p:ext uri="{BB962C8B-B14F-4D97-AF65-F5344CB8AC3E}">
        <p14:creationId xmlns:p14="http://schemas.microsoft.com/office/powerpoint/2010/main" val="193966906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F69081-A05E-2933-AD50-AD44287766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Submit claim view</a:t>
            </a:r>
            <a:endParaRPr lang="en-ZA" dirty="0"/>
          </a:p>
        </p:txBody>
      </p:sp>
      <p:pic>
        <p:nvPicPr>
          <p:cNvPr id="5" name="Content Placeholder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C4C84A8C-48E5-457E-62B0-2983B859061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93725" y="2210470"/>
            <a:ext cx="7956550" cy="4037260"/>
          </a:xfrm>
        </p:spPr>
      </p:pic>
    </p:spTree>
    <p:extLst>
      <p:ext uri="{BB962C8B-B14F-4D97-AF65-F5344CB8AC3E}">
        <p14:creationId xmlns:p14="http://schemas.microsoft.com/office/powerpoint/2010/main" val="144314291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EF32E2-1846-C11D-DCA0-3160639A7D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SUBMITTED CLAIM</a:t>
            </a:r>
            <a:endParaRPr lang="en-ZA" dirty="0"/>
          </a:p>
        </p:txBody>
      </p:sp>
      <p:pic>
        <p:nvPicPr>
          <p:cNvPr id="5" name="Content Placeholder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95986158-49D0-3B5B-E89A-5433E2105C3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93725" y="3151517"/>
            <a:ext cx="7956550" cy="2155166"/>
          </a:xfrm>
        </p:spPr>
      </p:pic>
    </p:spTree>
    <p:extLst>
      <p:ext uri="{BB962C8B-B14F-4D97-AF65-F5344CB8AC3E}">
        <p14:creationId xmlns:p14="http://schemas.microsoft.com/office/powerpoint/2010/main" val="68583545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26A860-FD78-E90D-5587-F1E59ED80B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VIEW OF THE CLAIMS DETAILS</a:t>
            </a:r>
            <a:endParaRPr lang="en-ZA" dirty="0"/>
          </a:p>
        </p:txBody>
      </p:sp>
      <p:pic>
        <p:nvPicPr>
          <p:cNvPr id="5" name="Content Placeholder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D9DCAF4D-264D-44C3-8825-EAFE565F438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93725" y="2659519"/>
            <a:ext cx="7956550" cy="3139161"/>
          </a:xfrm>
        </p:spPr>
      </p:pic>
    </p:spTree>
    <p:extLst>
      <p:ext uri="{BB962C8B-B14F-4D97-AF65-F5344CB8AC3E}">
        <p14:creationId xmlns:p14="http://schemas.microsoft.com/office/powerpoint/2010/main" val="33192859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2FF018-318E-03E9-C0BD-1BA41468D3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VIEW OF THE “MY CLAIMS’ SECTION</a:t>
            </a:r>
            <a:endParaRPr lang="en-ZA" dirty="0"/>
          </a:p>
        </p:txBody>
      </p:sp>
      <p:pic>
        <p:nvPicPr>
          <p:cNvPr id="5" name="Content Placeholder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B22B9D83-166F-F69C-E8B5-22EF75607CD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93725" y="2972337"/>
            <a:ext cx="7956550" cy="2513526"/>
          </a:xfrm>
        </p:spPr>
      </p:pic>
    </p:spTree>
    <p:extLst>
      <p:ext uri="{BB962C8B-B14F-4D97-AF65-F5344CB8AC3E}">
        <p14:creationId xmlns:p14="http://schemas.microsoft.com/office/powerpoint/2010/main" val="20743633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71700" y="764373"/>
            <a:ext cx="6457950" cy="1293028"/>
          </a:xfrm>
        </p:spPr>
        <p:txBody>
          <a:bodyPr>
            <a:normAutofit/>
          </a:bodyPr>
          <a:lstStyle/>
          <a:p>
            <a:r>
              <a:rPr lang="en-ZA"/>
              <a:t>Coordinator and Manager Review</a:t>
            </a:r>
          </a:p>
        </p:txBody>
      </p:sp>
      <p:graphicFrame>
        <p:nvGraphicFramePr>
          <p:cNvPr id="17" name="Content Placeholder 2">
            <a:extLst>
              <a:ext uri="{FF2B5EF4-FFF2-40B4-BE49-F238E27FC236}">
                <a16:creationId xmlns:a16="http://schemas.microsoft.com/office/drawing/2014/main" id="{1269154E-685C-9997-C8C5-1E6DB46A139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09451400"/>
              </p:ext>
            </p:extLst>
          </p:nvPr>
        </p:nvGraphicFramePr>
        <p:xfrm>
          <a:off x="514350" y="2441051"/>
          <a:ext cx="8115300" cy="353006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870A11-FEE8-72C0-4AC3-66BE7A101C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Coordinator dashboard</a:t>
            </a:r>
            <a:endParaRPr lang="en-ZA" dirty="0"/>
          </a:p>
        </p:txBody>
      </p:sp>
      <p:pic>
        <p:nvPicPr>
          <p:cNvPr id="5" name="Content Placeholder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0AFE96C0-D4BD-C738-F36E-3D81589347F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93725" y="2524882"/>
            <a:ext cx="7956550" cy="3408435"/>
          </a:xfrm>
        </p:spPr>
      </p:pic>
    </p:spTree>
    <p:extLst>
      <p:ext uri="{BB962C8B-B14F-4D97-AF65-F5344CB8AC3E}">
        <p14:creationId xmlns:p14="http://schemas.microsoft.com/office/powerpoint/2010/main" val="93783032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8A3875-ABB4-7693-D04D-4C0EB83F2C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“pending claims view”</a:t>
            </a:r>
            <a:endParaRPr lang="en-ZA" dirty="0"/>
          </a:p>
        </p:txBody>
      </p:sp>
      <p:pic>
        <p:nvPicPr>
          <p:cNvPr id="5" name="Content Placeholder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A07346B7-D90F-8C93-E28F-A24F90387F5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93725" y="2551084"/>
            <a:ext cx="7956550" cy="3356032"/>
          </a:xfrm>
        </p:spPr>
      </p:pic>
    </p:spTree>
    <p:extLst>
      <p:ext uri="{BB962C8B-B14F-4D97-AF65-F5344CB8AC3E}">
        <p14:creationId xmlns:p14="http://schemas.microsoft.com/office/powerpoint/2010/main" val="269859138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99B16D-D34F-4E22-1B17-DD6556449F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Approved claim</a:t>
            </a:r>
            <a:endParaRPr lang="en-ZA" dirty="0"/>
          </a:p>
        </p:txBody>
      </p:sp>
      <p:pic>
        <p:nvPicPr>
          <p:cNvPr id="5" name="Content Placeholder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A65D7849-38A6-A0A7-6BA4-70E5170C537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93725" y="2888226"/>
            <a:ext cx="7956550" cy="2681748"/>
          </a:xfrm>
        </p:spPr>
      </p:pic>
    </p:spTree>
    <p:extLst>
      <p:ext uri="{BB962C8B-B14F-4D97-AF65-F5344CB8AC3E}">
        <p14:creationId xmlns:p14="http://schemas.microsoft.com/office/powerpoint/2010/main" val="285905511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81BC8D-4A7B-F088-C300-2329E9E5E5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Manager dashboard</a:t>
            </a:r>
            <a:endParaRPr lang="en-ZA" dirty="0"/>
          </a:p>
        </p:txBody>
      </p:sp>
      <p:pic>
        <p:nvPicPr>
          <p:cNvPr id="5" name="Content Placeholder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D115B2B9-AFF8-77AE-1530-CDE0ACDFC05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93725" y="2803179"/>
            <a:ext cx="7956550" cy="2851842"/>
          </a:xfrm>
        </p:spPr>
      </p:pic>
    </p:spTree>
    <p:extLst>
      <p:ext uri="{BB962C8B-B14F-4D97-AF65-F5344CB8AC3E}">
        <p14:creationId xmlns:p14="http://schemas.microsoft.com/office/powerpoint/2010/main" val="174864630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BDC08D-7FF0-1945-C238-DC32F4D735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Final claim view</a:t>
            </a:r>
            <a:endParaRPr lang="en-ZA" dirty="0"/>
          </a:p>
        </p:txBody>
      </p:sp>
      <p:pic>
        <p:nvPicPr>
          <p:cNvPr id="5" name="Content Placeholder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468D35DC-E111-48E2-FF41-ADC8313BCA1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97849" y="2193925"/>
            <a:ext cx="7548301" cy="4070350"/>
          </a:xfrm>
        </p:spPr>
      </p:pic>
    </p:spTree>
    <p:extLst>
      <p:ext uri="{BB962C8B-B14F-4D97-AF65-F5344CB8AC3E}">
        <p14:creationId xmlns:p14="http://schemas.microsoft.com/office/powerpoint/2010/main" val="285897260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C525A3-4066-425C-3F88-8A854E98C2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Claim approved</a:t>
            </a:r>
            <a:endParaRPr lang="en-ZA" dirty="0"/>
          </a:p>
        </p:txBody>
      </p:sp>
      <p:pic>
        <p:nvPicPr>
          <p:cNvPr id="5" name="Content Placeholder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DA23DE61-9B8B-3789-DC30-1308FA3E7DF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93725" y="2783660"/>
            <a:ext cx="7956550" cy="2890880"/>
          </a:xfrm>
        </p:spPr>
      </p:pic>
    </p:spTree>
    <p:extLst>
      <p:ext uri="{BB962C8B-B14F-4D97-AF65-F5344CB8AC3E}">
        <p14:creationId xmlns:p14="http://schemas.microsoft.com/office/powerpoint/2010/main" val="300176995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71700" y="764373"/>
            <a:ext cx="6457950" cy="1293028"/>
          </a:xfrm>
        </p:spPr>
        <p:txBody>
          <a:bodyPr>
            <a:normAutofit/>
          </a:bodyPr>
          <a:lstStyle/>
          <a:p>
            <a:r>
              <a:t>Lecturer Document Upload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0AD4F784-2DF5-5A1D-2374-03D6CDCB10F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648802476"/>
              </p:ext>
            </p:extLst>
          </p:nvPr>
        </p:nvGraphicFramePr>
        <p:xfrm>
          <a:off x="514350" y="2441051"/>
          <a:ext cx="8115300" cy="353006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6CFF51E2-169D-4F85-A842-E8413F664E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D0E2A6FF-057A-4920-923D-05A12E99EA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14414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4350" y="1066163"/>
            <a:ext cx="2480058" cy="5148371"/>
          </a:xfrm>
        </p:spPr>
        <p:txBody>
          <a:bodyPr>
            <a:normAutofit/>
          </a:bodyPr>
          <a:lstStyle/>
          <a:p>
            <a:r>
              <a:rPr lang="en-ZA" sz="2000"/>
              <a:t>Claim Status Tracking Implementation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BCADBD61-C41B-84CA-AC88-50C9A56F115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36781408"/>
              </p:ext>
            </p:extLst>
          </p:nvPr>
        </p:nvGraphicFramePr>
        <p:xfrm>
          <a:off x="3508758" y="1127125"/>
          <a:ext cx="4802995" cy="508740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787C7A-5466-5BB0-A469-5A134E77C5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Pending claim</a:t>
            </a:r>
            <a:endParaRPr lang="en-ZA" dirty="0"/>
          </a:p>
        </p:txBody>
      </p:sp>
      <p:pic>
        <p:nvPicPr>
          <p:cNvPr id="5" name="Content Placeholder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BC9E91ED-CBEB-05EE-A2BA-0ABBBF245A3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93725" y="3012931"/>
            <a:ext cx="7956550" cy="2432337"/>
          </a:xfrm>
        </p:spPr>
      </p:pic>
    </p:spTree>
    <p:extLst>
      <p:ext uri="{BB962C8B-B14F-4D97-AF65-F5344CB8AC3E}">
        <p14:creationId xmlns:p14="http://schemas.microsoft.com/office/powerpoint/2010/main" val="238958226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282DDB-2FB3-0026-535B-84B3E0D736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Rejected claim</a:t>
            </a:r>
            <a:endParaRPr lang="en-ZA" dirty="0"/>
          </a:p>
        </p:txBody>
      </p:sp>
      <p:pic>
        <p:nvPicPr>
          <p:cNvPr id="5" name="Content Placeholder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DBE3B493-69D0-9EFE-4C42-A46C1E3F138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93725" y="3309316"/>
            <a:ext cx="7956550" cy="1839567"/>
          </a:xfrm>
        </p:spPr>
      </p:pic>
    </p:spTree>
    <p:extLst>
      <p:ext uri="{BB962C8B-B14F-4D97-AF65-F5344CB8AC3E}">
        <p14:creationId xmlns:p14="http://schemas.microsoft.com/office/powerpoint/2010/main" val="403095081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ounded Rectangle 14">
            <a:extLst>
              <a:ext uri="{FF2B5EF4-FFF2-40B4-BE49-F238E27FC236}">
                <a16:creationId xmlns:a16="http://schemas.microsoft.com/office/drawing/2014/main" id="{12CC1C37-8BC7-4374-8300-E73C369150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77006" y="0"/>
            <a:ext cx="5666994" cy="6858000"/>
          </a:xfrm>
          <a:prstGeom prst="roundRect">
            <a:avLst>
              <a:gd name="adj" fmla="val 0"/>
            </a:avLst>
          </a:prstGeom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CC82757-F96F-41CB-B2B8-49689F4362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477006" cy="6858000"/>
          </a:xfrm>
          <a:prstGeom prst="rect">
            <a:avLst/>
          </a:prstGeom>
          <a:solidFill>
            <a:schemeClr val="tx1"/>
          </a:solidFill>
          <a:ln>
            <a:noFill/>
          </a:ln>
          <a:effectLst>
            <a:outerShdw blurRad="635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FA37F53D-999D-4551-B3F8-064DBF31556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1975"/>
          <a:stretch/>
        </p:blipFill>
        <p:spPr>
          <a:xfrm>
            <a:off x="0" y="0"/>
            <a:ext cx="3477006" cy="1441450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A9C99389-A1E4-4A6F-BF8E-9013FF0491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1975"/>
          <a:stretch/>
        </p:blipFill>
        <p:spPr>
          <a:xfrm>
            <a:off x="0" y="4375150"/>
            <a:ext cx="3477006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4350" y="1066163"/>
            <a:ext cx="2480058" cy="5148371"/>
          </a:xfrm>
        </p:spPr>
        <p:txBody>
          <a:bodyPr>
            <a:normAutofit/>
          </a:bodyPr>
          <a:lstStyle/>
          <a:p>
            <a:r>
              <a:rPr lang="en-ZA" sz="2200">
                <a:solidFill>
                  <a:schemeClr val="bg1"/>
                </a:solidFill>
              </a:rPr>
              <a:t>Application Enhancements &amp; Automation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D970D9E4-2F6D-792B-EE3C-F0D8D0ABE51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210486392"/>
              </p:ext>
            </p:extLst>
          </p:nvPr>
        </p:nvGraphicFramePr>
        <p:xfrm>
          <a:off x="3959604" y="746125"/>
          <a:ext cx="4717669" cy="544774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3E1D0F-31D9-56ED-391D-ABA1B69925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Hr</a:t>
            </a:r>
            <a:r>
              <a:rPr lang="en-US" dirty="0"/>
              <a:t> dashboard</a:t>
            </a:r>
            <a:endParaRPr lang="en-ZA" dirty="0"/>
          </a:p>
        </p:txBody>
      </p:sp>
      <p:pic>
        <p:nvPicPr>
          <p:cNvPr id="5" name="Content Placeholder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A75D27C5-A5CA-CC58-BE71-A67EA822B94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93725" y="2511596"/>
            <a:ext cx="7956550" cy="3435007"/>
          </a:xfrm>
        </p:spPr>
      </p:pic>
    </p:spTree>
    <p:extLst>
      <p:ext uri="{BB962C8B-B14F-4D97-AF65-F5344CB8AC3E}">
        <p14:creationId xmlns:p14="http://schemas.microsoft.com/office/powerpoint/2010/main" val="166103539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CD1432-85A4-969D-122F-32928A2F52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User management</a:t>
            </a:r>
            <a:endParaRPr lang="en-ZA" dirty="0"/>
          </a:p>
        </p:txBody>
      </p:sp>
      <p:pic>
        <p:nvPicPr>
          <p:cNvPr id="5" name="Content Placeholder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61221803-C839-33BE-59C9-5D34FEC7AEB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93725" y="2593782"/>
            <a:ext cx="7956550" cy="3270636"/>
          </a:xfrm>
        </p:spPr>
      </p:pic>
    </p:spTree>
    <p:extLst>
      <p:ext uri="{BB962C8B-B14F-4D97-AF65-F5344CB8AC3E}">
        <p14:creationId xmlns:p14="http://schemas.microsoft.com/office/powerpoint/2010/main" val="186950381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0EB53D-1535-E494-D2C8-72963DD26D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Generate report view</a:t>
            </a:r>
            <a:endParaRPr lang="en-ZA" dirty="0"/>
          </a:p>
        </p:txBody>
      </p:sp>
      <p:pic>
        <p:nvPicPr>
          <p:cNvPr id="9" name="Content Placeholder 8" descr="A screenshot of a computer&#10;&#10;AI-generated content may be incorrect.">
            <a:extLst>
              <a:ext uri="{FF2B5EF4-FFF2-40B4-BE49-F238E27FC236}">
                <a16:creationId xmlns:a16="http://schemas.microsoft.com/office/drawing/2014/main" id="{92222098-6579-DE76-D916-15D84667904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32602" y="2193925"/>
            <a:ext cx="7278796" cy="4070350"/>
          </a:xfrm>
        </p:spPr>
      </p:pic>
    </p:spTree>
    <p:extLst>
      <p:ext uri="{BB962C8B-B14F-4D97-AF65-F5344CB8AC3E}">
        <p14:creationId xmlns:p14="http://schemas.microsoft.com/office/powerpoint/2010/main" val="393459570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D5DE4F-7ABD-B974-3104-AEBE48FF58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71700" y="764373"/>
            <a:ext cx="6457950" cy="1293028"/>
          </a:xfrm>
        </p:spPr>
        <p:txBody>
          <a:bodyPr>
            <a:normAutofit/>
          </a:bodyPr>
          <a:lstStyle/>
          <a:p>
            <a:r>
              <a:rPr lang="en-US" dirty="0"/>
              <a:t>Thank you</a:t>
            </a:r>
            <a:endParaRPr lang="en-Z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19617C-1577-8362-A8A5-07CED2F131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7999" y="2194560"/>
            <a:ext cx="4362450" cy="4024125"/>
          </a:xfrm>
        </p:spPr>
        <p:txBody>
          <a:bodyPr>
            <a:normAutofit/>
          </a:bodyPr>
          <a:lstStyle/>
          <a:p>
            <a:r>
              <a:rPr lang="en-US" dirty="0"/>
              <a:t>Simphiwe Mathenjwa </a:t>
            </a:r>
          </a:p>
          <a:p>
            <a:r>
              <a:rPr lang="en-US" dirty="0"/>
              <a:t>ST10258505</a:t>
            </a:r>
          </a:p>
          <a:p>
            <a:r>
              <a:rPr lang="en-US" dirty="0"/>
              <a:t>GitHub link: </a:t>
            </a:r>
            <a:r>
              <a:rPr lang="en-US" dirty="0">
                <a:hlinkClick r:id="rId2"/>
              </a:rPr>
              <a:t>https://github.com/Mathenjwa-Simphiwe/PROG6212-SUMMATIVE.git</a:t>
            </a:r>
            <a:endParaRPr lang="en-US" dirty="0"/>
          </a:p>
          <a:p>
            <a:endParaRPr lang="en-US"/>
          </a:p>
        </p:txBody>
      </p:sp>
      <p:pic>
        <p:nvPicPr>
          <p:cNvPr id="7" name="Graphic 6" descr="Smiling Face with No Fill">
            <a:extLst>
              <a:ext uri="{FF2B5EF4-FFF2-40B4-BE49-F238E27FC236}">
                <a16:creationId xmlns:a16="http://schemas.microsoft.com/office/drawing/2014/main" id="{D5589406-D9AB-7D3C-FAE3-D38267F034C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238750" y="2511172"/>
            <a:ext cx="3390900" cy="3390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980184"/>
      </p:ext>
    </p:extLst>
  </p:cSld>
  <p:clrMapOvr>
    <a:masterClrMapping/>
  </p:clrMapOvr>
</p:sld>
</file>

<file path=ppt/theme/theme1.xml><?xml version="1.0" encoding="utf-8"?>
<a:theme xmlns:a="http://schemas.openxmlformats.org/drawingml/2006/main" name="Vapor Trail">
  <a:themeElements>
    <a:clrScheme name="Vapor Trail">
      <a:dk1>
        <a:sysClr val="windowText" lastClr="000000"/>
      </a:dk1>
      <a:lt1>
        <a:sysClr val="window" lastClr="FFFFFF"/>
      </a:lt1>
      <a:dk2>
        <a:srgbClr val="454545"/>
      </a:dk2>
      <a:lt2>
        <a:srgbClr val="DADADA"/>
      </a:lt2>
      <a:accent1>
        <a:srgbClr val="E5224E"/>
      </a:accent1>
      <a:accent2>
        <a:srgbClr val="9D074E"/>
      </a:accent2>
      <a:accent3>
        <a:srgbClr val="7F2294"/>
      </a:accent3>
      <a:accent4>
        <a:srgbClr val="8D65EA"/>
      </a:accent4>
      <a:accent5>
        <a:srgbClr val="588FE2"/>
      </a:accent5>
      <a:accent6>
        <a:srgbClr val="127CA4"/>
      </a:accent6>
      <a:hlink>
        <a:srgbClr val="FB4AB6"/>
      </a:hlink>
      <a:folHlink>
        <a:srgbClr val="F98FE9"/>
      </a:folHlink>
    </a:clrScheme>
    <a:fontScheme name="Vapor Trail">
      <a:majorFont>
        <a:latin typeface="Century Gothic" panose="020B0502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Vapor Trail">
      <a:fillStyleLst>
        <a:solidFill>
          <a:schemeClr val="phClr"/>
        </a:solidFill>
        <a:gradFill rotWithShape="1">
          <a:gsLst>
            <a:gs pos="0">
              <a:schemeClr val="phClr">
                <a:tint val="69000"/>
                <a:alpha val="100000"/>
                <a:satMod val="109000"/>
                <a:lumMod val="110000"/>
              </a:schemeClr>
            </a:gs>
            <a:gs pos="52000">
              <a:schemeClr val="phClr">
                <a:tint val="74000"/>
                <a:satMod val="100000"/>
                <a:lumMod val="104000"/>
              </a:schemeClr>
            </a:gs>
            <a:gs pos="100000">
              <a:schemeClr val="phClr">
                <a:tint val="78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satMod val="100000"/>
                <a:lumMod val="104000"/>
              </a:schemeClr>
            </a:gs>
            <a:gs pos="78000">
              <a:schemeClr val="phClr">
                <a:shade val="100000"/>
                <a:satMod val="110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  <a:scene3d>
            <a:camera prst="orthographicFront">
              <a:rot lat="0" lon="0" rev="0"/>
            </a:camera>
            <a:lightRig rig="threePt" dir="t"/>
          </a:scene3d>
          <a:sp3d>
            <a:bevelT w="25400" h="12700"/>
          </a:sp3d>
        </a:effectStyle>
        <a:effectStyle>
          <a:effectLst>
            <a:outerShdw blurRad="57150" dist="19050" dir="5400000" algn="ctr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threePt" dir="t"/>
          </a:scene3d>
          <a:sp3d>
            <a:bevelT w="50800" h="2540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apor Trail" id="{4FDF2955-7D9C-493C-B9F9-C205151B46CD}" vid="{6DB8EB18-3657-4051-A897-2ED38832359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TM04033937[[fn=Vapor Trail]]</Template>
  <TotalTime>30</TotalTime>
  <Words>317</Words>
  <Application>Microsoft Office PowerPoint</Application>
  <PresentationFormat>On-screen Show (4:3)</PresentationFormat>
  <Paragraphs>48</Paragraphs>
  <Slides>23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6" baseType="lpstr">
      <vt:lpstr>Arial</vt:lpstr>
      <vt:lpstr>Century Gothic</vt:lpstr>
      <vt:lpstr>Vapor Trail</vt:lpstr>
      <vt:lpstr>PROG6212 POE CONTRACT CLAIM SYSTEM PRESENTATION</vt:lpstr>
      <vt:lpstr>How Lecturers Submit Claims</vt:lpstr>
      <vt:lpstr>Lecturer dashboard</vt:lpstr>
      <vt:lpstr>Submit claim view</vt:lpstr>
      <vt:lpstr>SUBMITTED CLAIM</vt:lpstr>
      <vt:lpstr>THE VIEW OF THE CLAIMS DETAILS</vt:lpstr>
      <vt:lpstr>VIEW OF THE “MY CLAIMS’ SECTION</vt:lpstr>
      <vt:lpstr>Coordinator and Manager Review</vt:lpstr>
      <vt:lpstr>Coordinator dashboard</vt:lpstr>
      <vt:lpstr>“pending claims view”</vt:lpstr>
      <vt:lpstr>Approved claim</vt:lpstr>
      <vt:lpstr>Manager dashboard</vt:lpstr>
      <vt:lpstr>Final claim view</vt:lpstr>
      <vt:lpstr>Claim approved</vt:lpstr>
      <vt:lpstr>Lecturer Document Upload</vt:lpstr>
      <vt:lpstr>Claim Status Tracking Implementation</vt:lpstr>
      <vt:lpstr>Pending claim</vt:lpstr>
      <vt:lpstr>Rejected claim</vt:lpstr>
      <vt:lpstr>Application Enhancements &amp; Automation</vt:lpstr>
      <vt:lpstr>Hr dashboard</vt:lpstr>
      <vt:lpstr>User management</vt:lpstr>
      <vt:lpstr>Generate report view</vt:lpstr>
      <vt:lpstr>Thank you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Simphiwe Makabongwe Mathenjwa</cp:lastModifiedBy>
  <cp:revision>10</cp:revision>
  <dcterms:created xsi:type="dcterms:W3CDTF">2013-01-27T09:14:16Z</dcterms:created>
  <dcterms:modified xsi:type="dcterms:W3CDTF">2025-11-21T16:16:14Z</dcterms:modified>
  <cp:category/>
</cp:coreProperties>
</file>